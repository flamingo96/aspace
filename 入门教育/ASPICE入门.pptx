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slideLayouts/slideLayout31.xml" ContentType="application/vnd.openxmlformats-officedocument.presentationml.slideLayout+xml"/>
  <Override PartName="/ppt/theme/theme4.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7" r:id="rId4"/>
    <p:sldMasterId id="2147483683" r:id="rId5"/>
    <p:sldMasterId id="2147483690" r:id="rId6"/>
    <p:sldMasterId id="2147483704" r:id="rId7"/>
    <p:sldMasterId id="2147483711" r:id="rId8"/>
  </p:sldMasterIdLst>
  <p:notesMasterIdLst>
    <p:notesMasterId r:id="rId58"/>
  </p:notesMasterIdLst>
  <p:handoutMasterIdLst>
    <p:handoutMasterId r:id="rId59"/>
  </p:handoutMasterIdLst>
  <p:sldIdLst>
    <p:sldId id="2147472787" r:id="rId9"/>
    <p:sldId id="360" r:id="rId10"/>
    <p:sldId id="2147472840" r:id="rId11"/>
    <p:sldId id="2147472789" r:id="rId12"/>
    <p:sldId id="2147472790" r:id="rId13"/>
    <p:sldId id="2147472791" r:id="rId14"/>
    <p:sldId id="2147472794" r:id="rId15"/>
    <p:sldId id="2147472793" r:id="rId16"/>
    <p:sldId id="2147472796" r:id="rId17"/>
    <p:sldId id="2147472792" r:id="rId18"/>
    <p:sldId id="2147472795" r:id="rId19"/>
    <p:sldId id="2147472797" r:id="rId20"/>
    <p:sldId id="2147472834" r:id="rId21"/>
    <p:sldId id="2147472798" r:id="rId22"/>
    <p:sldId id="2147472800" r:id="rId23"/>
    <p:sldId id="2147472801" r:id="rId24"/>
    <p:sldId id="2147472802" r:id="rId25"/>
    <p:sldId id="2147472817" r:id="rId26"/>
    <p:sldId id="2147472803" r:id="rId27"/>
    <p:sldId id="2147472804" r:id="rId28"/>
    <p:sldId id="2147472819" r:id="rId29"/>
    <p:sldId id="2147472805" r:id="rId30"/>
    <p:sldId id="2147472806" r:id="rId31"/>
    <p:sldId id="2147472808" r:id="rId32"/>
    <p:sldId id="2147472841" r:id="rId33"/>
    <p:sldId id="2147472810" r:id="rId34"/>
    <p:sldId id="2147472809" r:id="rId35"/>
    <p:sldId id="2147472820" r:id="rId36"/>
    <p:sldId id="2147472811" r:id="rId37"/>
    <p:sldId id="2147472812" r:id="rId38"/>
    <p:sldId id="2147472826" r:id="rId39"/>
    <p:sldId id="2147472835" r:id="rId40"/>
    <p:sldId id="2147472821" r:id="rId41"/>
    <p:sldId id="2147472822" r:id="rId42"/>
    <p:sldId id="2147472830" r:id="rId43"/>
    <p:sldId id="2147472823" r:id="rId44"/>
    <p:sldId id="2147472832" r:id="rId45"/>
    <p:sldId id="2147472824" r:id="rId46"/>
    <p:sldId id="2147472825" r:id="rId47"/>
    <p:sldId id="2147472833" r:id="rId48"/>
    <p:sldId id="2147472838" r:id="rId49"/>
    <p:sldId id="2147472813" r:id="rId50"/>
    <p:sldId id="2147472814" r:id="rId51"/>
    <p:sldId id="2147472828" r:id="rId52"/>
    <p:sldId id="2147472829" r:id="rId53"/>
    <p:sldId id="2147472839" r:id="rId54"/>
    <p:sldId id="2147472815" r:id="rId55"/>
    <p:sldId id="2147472816" r:id="rId56"/>
    <p:sldId id="367" r:id="rId57"/>
  </p:sldIdLst>
  <p:sldSz cx="9144000" cy="5143500" type="screen16x9"/>
  <p:notesSz cx="6797675" cy="98726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guide id="3" pos="5602" userDrawn="1">
          <p15:clr>
            <a:srgbClr val="A4A3A4"/>
          </p15:clr>
        </p15:guide>
        <p15:guide id="4" orient="horz" pos="577" userDrawn="1">
          <p15:clr>
            <a:srgbClr val="A4A3A4"/>
          </p15:clr>
        </p15:guide>
        <p15:guide id="5" orient="horz" pos="2981" userDrawn="1">
          <p15:clr>
            <a:srgbClr val="A4A3A4"/>
          </p15:clr>
        </p15:guide>
        <p15:guide id="6" pos="15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C38D05-A8BF-F85B-1BA1-76099881441D}" name="Li, Xiaoyun/李 晓云" initials="晓李" userId="S::lxyxwz@fujitsu.com::484ad11b-0064-44e6-976e-729b664420d3" providerId="AD"/>
  <p188:author id="{615D3224-81B0-7873-4D39-34978A0C6217}" name="Ma, Jingting/马 婧婷" initials="MJ婧" userId="S::majt.fnst@fujitsu.com::2ff275a9-61aa-40a9-a016-fb527efd1441" providerId="AD"/>
  <p188:author id="{4DAF5993-EA64-8FBD-0F3E-2FA1EF4EA5A0}" name="Lou, Gang/娄 刚" initials="刚娄" userId="S::lougang@fujitsu.com::2e85e036-f9d6-47e4-b2e5-90e22d92a7d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400B0"/>
    <a:srgbClr val="0B9ADC"/>
    <a:srgbClr val="CCECFF"/>
    <a:srgbClr val="3333FF"/>
    <a:srgbClr val="153BC0"/>
    <a:srgbClr val="0000CC"/>
    <a:srgbClr val="8784C6"/>
    <a:srgbClr val="0066FF"/>
    <a:srgbClr val="3366FF"/>
    <a:srgbClr val="D1CE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D083AE6-46FA-4A59-8FB0-9F97EB10719F}" styleName="浅色样式 3 - 强调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E171933-4619-4E11-9A3F-F7608DF75F80}" styleName="中間スタイル 1 - アクセント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D27102A9-8310-4765-A935-A1911B00CA55}" styleName="淡色スタイル 1 - アクセント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4660"/>
  </p:normalViewPr>
  <p:slideViewPr>
    <p:cSldViewPr snapToGrid="0">
      <p:cViewPr varScale="1">
        <p:scale>
          <a:sx n="202" d="100"/>
          <a:sy n="202" d="100"/>
        </p:scale>
        <p:origin x="592" y="112"/>
      </p:cViewPr>
      <p:guideLst>
        <p:guide orient="horz" pos="1620"/>
        <p:guide pos="2880"/>
        <p:guide pos="5602"/>
        <p:guide orient="horz" pos="577"/>
        <p:guide orient="horz" pos="2981"/>
        <p:guide pos="158"/>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slide" Target="slides/slide34.xml"/><Relationship Id="rId47" Type="http://schemas.openxmlformats.org/officeDocument/2006/relationships/slide" Target="slides/slide39.xml"/><Relationship Id="rId50" Type="http://schemas.openxmlformats.org/officeDocument/2006/relationships/slide" Target="slides/slide42.xml"/><Relationship Id="rId55" Type="http://schemas.openxmlformats.org/officeDocument/2006/relationships/slide" Target="slides/slide47.xml"/><Relationship Id="rId63"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slide" Target="slides/slide37.xml"/><Relationship Id="rId53" Type="http://schemas.openxmlformats.org/officeDocument/2006/relationships/slide" Target="slides/slide45.xml"/><Relationship Id="rId58"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viewProps" Target="viewProps.xml"/><Relationship Id="rId19" Type="http://schemas.openxmlformats.org/officeDocument/2006/relationships/slide" Target="slides/slide1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microsoft.com/office/2018/10/relationships/authors" Target="authors.xml"/><Relationship Id="rId8" Type="http://schemas.openxmlformats.org/officeDocument/2006/relationships/slideMaster" Target="slideMasters/slideMaster5.xml"/><Relationship Id="rId51" Type="http://schemas.openxmlformats.org/officeDocument/2006/relationships/slide" Target="slides/slide43.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handoutMaster" Target="handoutMasters/handoutMaster1.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61361770-CF84-48C2-8710-34DAB79A95E9}"/>
              </a:ext>
            </a:extLst>
          </p:cNvPr>
          <p:cNvSpPr>
            <a:spLocks noGrp="1"/>
          </p:cNvSpPr>
          <p:nvPr>
            <p:ph type="hdr" sz="quarter"/>
          </p:nvPr>
        </p:nvSpPr>
        <p:spPr>
          <a:xfrm>
            <a:off x="1" y="0"/>
            <a:ext cx="2945659" cy="49534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6AED8D3B-9082-49AA-B4BC-F3F4425AA75A}"/>
              </a:ext>
            </a:extLst>
          </p:cNvPr>
          <p:cNvSpPr>
            <a:spLocks noGrp="1"/>
          </p:cNvSpPr>
          <p:nvPr>
            <p:ph type="dt" sz="quarter" idx="1"/>
          </p:nvPr>
        </p:nvSpPr>
        <p:spPr>
          <a:xfrm>
            <a:off x="3850444" y="0"/>
            <a:ext cx="2945659" cy="495348"/>
          </a:xfrm>
          <a:prstGeom prst="rect">
            <a:avLst/>
          </a:prstGeom>
        </p:spPr>
        <p:txBody>
          <a:bodyPr vert="horz" lIns="91440" tIns="45720" rIns="91440" bIns="45720" rtlCol="0"/>
          <a:lstStyle>
            <a:lvl1pPr algn="r">
              <a:defRPr sz="1200"/>
            </a:lvl1pPr>
          </a:lstStyle>
          <a:p>
            <a:fld id="{389ACFA8-1AB5-47AD-8712-789ED582E266}" type="datetimeFigureOut">
              <a:rPr kumimoji="1" lang="ja-JP" altLang="en-US" smtClean="0"/>
              <a:t>2025/9/2</a:t>
            </a:fld>
            <a:endParaRPr kumimoji="1" lang="ja-JP" altLang="en-US"/>
          </a:p>
        </p:txBody>
      </p:sp>
      <p:sp>
        <p:nvSpPr>
          <p:cNvPr id="4" name="フッター プレースホルダー 3">
            <a:extLst>
              <a:ext uri="{FF2B5EF4-FFF2-40B4-BE49-F238E27FC236}">
                <a16:creationId xmlns:a16="http://schemas.microsoft.com/office/drawing/2014/main" id="{5DAB9B36-94C5-4135-B352-9570B260F3EC}"/>
              </a:ext>
            </a:extLst>
          </p:cNvPr>
          <p:cNvSpPr>
            <a:spLocks noGrp="1"/>
          </p:cNvSpPr>
          <p:nvPr>
            <p:ph type="ftr" sz="quarter" idx="2"/>
          </p:nvPr>
        </p:nvSpPr>
        <p:spPr>
          <a:xfrm>
            <a:off x="1" y="9377318"/>
            <a:ext cx="2945659" cy="495347"/>
          </a:xfrm>
          <a:prstGeom prst="rect">
            <a:avLst/>
          </a:prstGeom>
        </p:spPr>
        <p:txBody>
          <a:bodyPr vert="horz" lIns="91440" tIns="45720" rIns="91440" bIns="45720" rtlCol="0" anchor="b"/>
          <a:lstStyle>
            <a:lvl1pPr algn="l">
              <a:defRPr sz="1200"/>
            </a:lvl1pPr>
          </a:lstStyle>
          <a:p>
            <a:r>
              <a:rPr lang="en-US" altLang="ja-JP" sz="1000"/>
              <a:t>© 2021 Fujitsu Limited</a:t>
            </a:r>
          </a:p>
        </p:txBody>
      </p:sp>
      <p:sp>
        <p:nvSpPr>
          <p:cNvPr id="5" name="スライド番号プレースホルダー 4">
            <a:extLst>
              <a:ext uri="{FF2B5EF4-FFF2-40B4-BE49-F238E27FC236}">
                <a16:creationId xmlns:a16="http://schemas.microsoft.com/office/drawing/2014/main" id="{91EDE976-DD9F-4E5B-8DD7-50A554BDD883}"/>
              </a:ext>
            </a:extLst>
          </p:cNvPr>
          <p:cNvSpPr>
            <a:spLocks noGrp="1"/>
          </p:cNvSpPr>
          <p:nvPr>
            <p:ph type="sldNum" sz="quarter" idx="3"/>
          </p:nvPr>
        </p:nvSpPr>
        <p:spPr>
          <a:xfrm>
            <a:off x="3850444" y="9377318"/>
            <a:ext cx="2945659" cy="495347"/>
          </a:xfrm>
          <a:prstGeom prst="rect">
            <a:avLst/>
          </a:prstGeom>
        </p:spPr>
        <p:txBody>
          <a:bodyPr vert="horz" lIns="91440" tIns="45720" rIns="91440" bIns="45720" rtlCol="0" anchor="b"/>
          <a:lstStyle>
            <a:lvl1pPr algn="r">
              <a:defRPr sz="1200"/>
            </a:lvl1pPr>
          </a:lstStyle>
          <a:p>
            <a:fld id="{F2DA504E-F46D-4C99-BD4A-3BE220F742A8}" type="slidenum">
              <a:rPr kumimoji="1" lang="ja-JP" altLang="en-US" smtClean="0"/>
              <a:t>‹#›</a:t>
            </a:fld>
            <a:endParaRPr kumimoji="1" lang="ja-JP" altLang="en-US"/>
          </a:p>
        </p:txBody>
      </p:sp>
      <p:pic>
        <p:nvPicPr>
          <p:cNvPr id="6" name="図 5" descr="FUJITSU-RESTRICTED">
            <a:extLst>
              <a:ext uri="{FF2B5EF4-FFF2-40B4-BE49-F238E27FC236}">
                <a16:creationId xmlns:a16="http://schemas.microsoft.com/office/drawing/2014/main" id="{EF70CBE9-4701-4CA4-A96C-FFD75BE721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01" y="58276"/>
            <a:ext cx="1281320" cy="179513"/>
          </a:xfrm>
          <a:prstGeom prst="rect">
            <a:avLst/>
          </a:prstGeom>
        </p:spPr>
      </p:pic>
    </p:spTree>
    <p:extLst>
      <p:ext uri="{BB962C8B-B14F-4D97-AF65-F5344CB8AC3E}">
        <p14:creationId xmlns:p14="http://schemas.microsoft.com/office/powerpoint/2010/main" val="95594160"/>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0"/>
            <a:ext cx="2945659" cy="495348"/>
          </a:xfrm>
          <a:prstGeom prst="rect">
            <a:avLst/>
          </a:prstGeom>
        </p:spPr>
        <p:txBody>
          <a:bodyPr vert="horz" lIns="91440" tIns="45720" rIns="91440" bIns="45720" rtlCol="0"/>
          <a:lstStyle>
            <a:lvl1pPr algn="l">
              <a:defRPr sz="1200">
                <a:latin typeface="+mn-lt"/>
              </a:defRPr>
            </a:lvl1pPr>
          </a:lstStyle>
          <a:p>
            <a:endParaRPr kumimoji="1" lang="ja-JP" altLang="en-US"/>
          </a:p>
        </p:txBody>
      </p:sp>
      <p:sp>
        <p:nvSpPr>
          <p:cNvPr id="3" name="日付プレースホルダー 2"/>
          <p:cNvSpPr>
            <a:spLocks noGrp="1"/>
          </p:cNvSpPr>
          <p:nvPr>
            <p:ph type="dt" idx="1"/>
          </p:nvPr>
        </p:nvSpPr>
        <p:spPr>
          <a:xfrm>
            <a:off x="3850444" y="0"/>
            <a:ext cx="2945659" cy="495348"/>
          </a:xfrm>
          <a:prstGeom prst="rect">
            <a:avLst/>
          </a:prstGeom>
        </p:spPr>
        <p:txBody>
          <a:bodyPr vert="horz" lIns="91440" tIns="45720" rIns="91440" bIns="45720" rtlCol="0"/>
          <a:lstStyle>
            <a:lvl1pPr algn="r">
              <a:defRPr sz="1200">
                <a:latin typeface="+mn-lt"/>
              </a:defRPr>
            </a:lvl1pPr>
          </a:lstStyle>
          <a:p>
            <a:fld id="{49E156C8-D1E6-4437-B817-0C57EC289493}" type="datetimeFigureOut">
              <a:rPr kumimoji="1" lang="ja-JP" altLang="en-US" smtClean="0"/>
              <a:pPr/>
              <a:t>2025/9/2</a:t>
            </a:fld>
            <a:endParaRPr kumimoji="1" lang="ja-JP" altLang="en-US"/>
          </a:p>
        </p:txBody>
      </p:sp>
      <p:sp>
        <p:nvSpPr>
          <p:cNvPr id="4" name="スライド イメージ プレースホルダー 3"/>
          <p:cNvSpPr>
            <a:spLocks noGrp="1" noRot="1" noChangeAspect="1"/>
          </p:cNvSpPr>
          <p:nvPr>
            <p:ph type="sldImg" idx="2"/>
          </p:nvPr>
        </p:nvSpPr>
        <p:spPr>
          <a:xfrm>
            <a:off x="438150" y="1235075"/>
            <a:ext cx="5921375" cy="3330575"/>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79768" y="4751219"/>
            <a:ext cx="5438140" cy="3887361"/>
          </a:xfrm>
          <a:prstGeom prst="rect">
            <a:avLst/>
          </a:prstGeom>
        </p:spPr>
        <p:txBody>
          <a:bodyPr vert="horz" lIns="91440" tIns="45720" rIns="91440" bIns="45720" rtlCol="0"/>
          <a:lstStyle/>
          <a:p>
            <a:pPr lvl="0"/>
            <a:r>
              <a:rPr kumimoji="1" lang="en-US" altLang="ja-JP"/>
              <a:t>Headline</a:t>
            </a:r>
            <a:endParaRPr kumimoji="1" lang="ja-JP" altLang="en-US"/>
          </a:p>
          <a:p>
            <a:pPr lvl="1"/>
            <a:r>
              <a:rPr kumimoji="1" lang="en-US" altLang="ja-JP"/>
              <a:t>1st subhead</a:t>
            </a:r>
            <a:endParaRPr kumimoji="1" lang="ja-JP" altLang="en-US"/>
          </a:p>
          <a:p>
            <a:pPr lvl="2"/>
            <a:r>
              <a:rPr kumimoji="1" lang="en-US" altLang="ja-JP"/>
              <a:t>2nd subhead</a:t>
            </a:r>
            <a:endParaRPr kumimoji="1" lang="ja-JP" altLang="en-US"/>
          </a:p>
          <a:p>
            <a:pPr lvl="3"/>
            <a:r>
              <a:rPr kumimoji="1" lang="en-US" altLang="ja-JP"/>
              <a:t>Text</a:t>
            </a:r>
          </a:p>
          <a:p>
            <a:pPr lvl="4"/>
            <a:r>
              <a:rPr kumimoji="1" lang="en-US" altLang="ja-JP"/>
              <a:t>Text</a:t>
            </a:r>
            <a:endParaRPr kumimoji="1" lang="ja-JP" altLang="en-US"/>
          </a:p>
        </p:txBody>
      </p:sp>
      <p:sp>
        <p:nvSpPr>
          <p:cNvPr id="6" name="フッター プレースホルダー 5"/>
          <p:cNvSpPr>
            <a:spLocks noGrp="1"/>
          </p:cNvSpPr>
          <p:nvPr>
            <p:ph type="ftr" sz="quarter" idx="4"/>
          </p:nvPr>
        </p:nvSpPr>
        <p:spPr>
          <a:xfrm>
            <a:off x="1" y="9377318"/>
            <a:ext cx="2945659" cy="495347"/>
          </a:xfrm>
          <a:prstGeom prst="rect">
            <a:avLst/>
          </a:prstGeom>
        </p:spPr>
        <p:txBody>
          <a:bodyPr vert="horz" lIns="91440" tIns="45720" rIns="91440" bIns="45720" rtlCol="0" anchor="b"/>
          <a:lstStyle>
            <a:lvl1pPr algn="l">
              <a:defRPr sz="1000">
                <a:latin typeface="+mn-lt"/>
              </a:defRPr>
            </a:lvl1pPr>
          </a:lstStyle>
          <a:p>
            <a:r>
              <a:rPr kumimoji="1" lang="en-US" altLang="ja-JP"/>
              <a:t>© 2021 Fujitsu Limited</a:t>
            </a:r>
            <a:endParaRPr kumimoji="1" lang="ja-JP" altLang="en-US"/>
          </a:p>
        </p:txBody>
      </p:sp>
      <p:sp>
        <p:nvSpPr>
          <p:cNvPr id="7" name="スライド番号プレースホルダー 6"/>
          <p:cNvSpPr>
            <a:spLocks noGrp="1"/>
          </p:cNvSpPr>
          <p:nvPr>
            <p:ph type="sldNum" sz="quarter" idx="5"/>
          </p:nvPr>
        </p:nvSpPr>
        <p:spPr>
          <a:xfrm>
            <a:off x="3850444" y="9377318"/>
            <a:ext cx="2945659" cy="495347"/>
          </a:xfrm>
          <a:prstGeom prst="rect">
            <a:avLst/>
          </a:prstGeom>
        </p:spPr>
        <p:txBody>
          <a:bodyPr vert="horz" lIns="91440" tIns="45720" rIns="91440" bIns="45720" rtlCol="0" anchor="b"/>
          <a:lstStyle>
            <a:lvl1pPr algn="r">
              <a:defRPr sz="1000">
                <a:latin typeface="+mn-lt"/>
              </a:defRPr>
            </a:lvl1pPr>
          </a:lstStyle>
          <a:p>
            <a:fld id="{C0644275-5C74-4E59-8F01-9B0DD8D2F6FE}" type="slidenum">
              <a:rPr kumimoji="1" lang="ja-JP" altLang="en-US" smtClean="0"/>
              <a:pPr/>
              <a:t>‹#›</a:t>
            </a:fld>
            <a:endParaRPr kumimoji="1" lang="ja-JP" altLang="en-US"/>
          </a:p>
        </p:txBody>
      </p:sp>
      <p:pic>
        <p:nvPicPr>
          <p:cNvPr id="8" name="図 7" descr="FUJITSU-RESTRICTED">
            <a:extLst>
              <a:ext uri="{FF2B5EF4-FFF2-40B4-BE49-F238E27FC236}">
                <a16:creationId xmlns:a16="http://schemas.microsoft.com/office/drawing/2014/main" id="{D6B6F53D-2030-4C6E-851A-2220828DD3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501" y="58276"/>
            <a:ext cx="1281320" cy="179513"/>
          </a:xfrm>
          <a:prstGeom prst="rect">
            <a:avLst/>
          </a:prstGeom>
        </p:spPr>
      </p:pic>
    </p:spTree>
    <p:extLst>
      <p:ext uri="{BB962C8B-B14F-4D97-AF65-F5344CB8AC3E}">
        <p14:creationId xmlns:p14="http://schemas.microsoft.com/office/powerpoint/2010/main" val="2664097101"/>
      </p:ext>
    </p:extLst>
  </p:cSld>
  <p:clrMap bg1="lt1" tx1="dk1" bg2="lt2" tx2="dk2" accent1="accent1" accent2="accent2" accent3="accent3" accent4="accent4" accent5="accent5" accent6="accent6" hlink="hlink" folHlink="folHlink"/>
  <p:hf hdr="0" dt="0"/>
  <p:notesStyle>
    <a:lvl1pPr marL="0" algn="l" defTabSz="685800" rtl="0" eaLnBrk="1" latinLnBrk="0" hangingPunct="1">
      <a:defRPr kumimoji="1" sz="900" kern="1200">
        <a:solidFill>
          <a:schemeClr val="tx1"/>
        </a:solidFill>
        <a:latin typeface="+mn-lt"/>
        <a:ea typeface="+mn-ea"/>
        <a:cs typeface="+mn-cs"/>
      </a:defRPr>
    </a:lvl1pPr>
    <a:lvl2pPr marL="342900" algn="l" defTabSz="685800" rtl="0" eaLnBrk="1" latinLnBrk="0" hangingPunct="1">
      <a:defRPr kumimoji="1" sz="900" kern="1200">
        <a:solidFill>
          <a:schemeClr val="tx1"/>
        </a:solidFill>
        <a:latin typeface="+mn-lt"/>
        <a:ea typeface="+mn-ea"/>
        <a:cs typeface="+mn-cs"/>
      </a:defRPr>
    </a:lvl2pPr>
    <a:lvl3pPr marL="685800" algn="l" defTabSz="685800" rtl="0" eaLnBrk="1" latinLnBrk="0" hangingPunct="1">
      <a:defRPr kumimoji="1" sz="900" kern="1200">
        <a:solidFill>
          <a:schemeClr val="tx1"/>
        </a:solidFill>
        <a:latin typeface="+mn-lt"/>
        <a:ea typeface="+mn-ea"/>
        <a:cs typeface="+mn-cs"/>
      </a:defRPr>
    </a:lvl3pPr>
    <a:lvl4pPr marL="1028700" algn="l" defTabSz="685800" rtl="0" eaLnBrk="1" latinLnBrk="0" hangingPunct="1">
      <a:defRPr kumimoji="1" sz="900" kern="1200">
        <a:solidFill>
          <a:schemeClr val="tx1"/>
        </a:solidFill>
        <a:latin typeface="+mn-lt"/>
        <a:ea typeface="+mn-ea"/>
        <a:cs typeface="+mn-cs"/>
      </a:defRPr>
    </a:lvl4pPr>
    <a:lvl5pPr marL="1371600" algn="l" defTabSz="685800" rtl="0" eaLnBrk="1" latinLnBrk="0" hangingPunct="1">
      <a:defRPr kumimoji="1" sz="900" kern="1200">
        <a:solidFill>
          <a:schemeClr val="tx1"/>
        </a:solidFill>
        <a:latin typeface="+mn-lt"/>
        <a:ea typeface="+mn-ea"/>
        <a:cs typeface="+mn-cs"/>
      </a:defRPr>
    </a:lvl5pPr>
    <a:lvl6pPr marL="1714500" algn="l" defTabSz="685800" rtl="0" eaLnBrk="1" latinLnBrk="0" hangingPunct="1">
      <a:defRPr kumimoji="1" sz="900" kern="1200">
        <a:solidFill>
          <a:schemeClr val="tx1"/>
        </a:solidFill>
        <a:latin typeface="+mn-lt"/>
        <a:ea typeface="+mn-ea"/>
        <a:cs typeface="+mn-cs"/>
      </a:defRPr>
    </a:lvl6pPr>
    <a:lvl7pPr marL="2057400" algn="l" defTabSz="685800" rtl="0" eaLnBrk="1" latinLnBrk="0" hangingPunct="1">
      <a:defRPr kumimoji="1" sz="900" kern="1200">
        <a:solidFill>
          <a:schemeClr val="tx1"/>
        </a:solidFill>
        <a:latin typeface="+mn-lt"/>
        <a:ea typeface="+mn-ea"/>
        <a:cs typeface="+mn-cs"/>
      </a:defRPr>
    </a:lvl7pPr>
    <a:lvl8pPr marL="2400300" algn="l" defTabSz="685800" rtl="0" eaLnBrk="1" latinLnBrk="0" hangingPunct="1">
      <a:defRPr kumimoji="1" sz="900" kern="1200">
        <a:solidFill>
          <a:schemeClr val="tx1"/>
        </a:solidFill>
        <a:latin typeface="+mn-lt"/>
        <a:ea typeface="+mn-ea"/>
        <a:cs typeface="+mn-cs"/>
      </a:defRPr>
    </a:lvl8pPr>
    <a:lvl9pPr marL="2743200" algn="l" defTabSz="685800" rtl="0" eaLnBrk="1" latinLnBrk="0" hangingPunct="1">
      <a:defRPr kumimoji="1"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2</a:t>
            </a:fld>
            <a:endParaRPr kumimoji="1" lang="ja-JP" altLang="en-US"/>
          </a:p>
        </p:txBody>
      </p:sp>
    </p:spTree>
    <p:extLst>
      <p:ext uri="{BB962C8B-B14F-4D97-AF65-F5344CB8AC3E}">
        <p14:creationId xmlns:p14="http://schemas.microsoft.com/office/powerpoint/2010/main" val="3089887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7542F0-06AC-9ADE-9EB5-DD760C136E7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7D9E2DB-B150-AD03-9C5D-0A6F387A268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06C9A2-CDBA-3145-3D16-31B28EC7E74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EBCAAA7C-06D0-6F86-E0A1-3F3AA40E9D9B}"/>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7022DBCC-998F-AEE9-BBFB-BB14F1518593}"/>
              </a:ext>
            </a:extLst>
          </p:cNvPr>
          <p:cNvSpPr>
            <a:spLocks noGrp="1"/>
          </p:cNvSpPr>
          <p:nvPr>
            <p:ph type="sldNum" sz="quarter" idx="5"/>
          </p:nvPr>
        </p:nvSpPr>
        <p:spPr/>
        <p:txBody>
          <a:bodyPr/>
          <a:lstStyle/>
          <a:p>
            <a:fld id="{C0644275-5C74-4E59-8F01-9B0DD8D2F6FE}" type="slidenum">
              <a:rPr kumimoji="1" lang="ja-JP" altLang="en-US" smtClean="0"/>
              <a:pPr/>
              <a:t>3</a:t>
            </a:fld>
            <a:endParaRPr kumimoji="1" lang="ja-JP" altLang="en-US"/>
          </a:p>
        </p:txBody>
      </p:sp>
    </p:spTree>
    <p:extLst>
      <p:ext uri="{BB962C8B-B14F-4D97-AF65-F5344CB8AC3E}">
        <p14:creationId xmlns:p14="http://schemas.microsoft.com/office/powerpoint/2010/main" val="1605221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4</a:t>
            </a:fld>
            <a:endParaRPr kumimoji="1" lang="ja-JP" altLang="en-US"/>
          </a:p>
        </p:txBody>
      </p:sp>
    </p:spTree>
    <p:extLst>
      <p:ext uri="{BB962C8B-B14F-4D97-AF65-F5344CB8AC3E}">
        <p14:creationId xmlns:p14="http://schemas.microsoft.com/office/powerpoint/2010/main" val="38941938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5</a:t>
            </a:fld>
            <a:endParaRPr kumimoji="1" lang="ja-JP" altLang="en-US"/>
          </a:p>
        </p:txBody>
      </p:sp>
    </p:spTree>
    <p:extLst>
      <p:ext uri="{BB962C8B-B14F-4D97-AF65-F5344CB8AC3E}">
        <p14:creationId xmlns:p14="http://schemas.microsoft.com/office/powerpoint/2010/main" val="1118500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10</a:t>
            </a:fld>
            <a:endParaRPr kumimoji="1" lang="ja-JP" altLang="en-US"/>
          </a:p>
        </p:txBody>
      </p:sp>
    </p:spTree>
    <p:extLst>
      <p:ext uri="{BB962C8B-B14F-4D97-AF65-F5344CB8AC3E}">
        <p14:creationId xmlns:p14="http://schemas.microsoft.com/office/powerpoint/2010/main" val="1585342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12</a:t>
            </a:fld>
            <a:endParaRPr kumimoji="1" lang="ja-JP" altLang="en-US"/>
          </a:p>
        </p:txBody>
      </p:sp>
    </p:spTree>
    <p:extLst>
      <p:ext uri="{BB962C8B-B14F-4D97-AF65-F5344CB8AC3E}">
        <p14:creationId xmlns:p14="http://schemas.microsoft.com/office/powerpoint/2010/main" val="1453629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72B7B-F3D0-177B-6D12-57334F9EF0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21FAAD1-E86C-97E6-1D78-BDCB52E2BC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47792BB-7F23-BDFB-C12C-27C62C58F41C}"/>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072B78FA-9C18-B816-4B32-AB95241D5175}"/>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6D9B11FA-CDDF-E819-66C9-86A276C1A2E6}"/>
              </a:ext>
            </a:extLst>
          </p:cNvPr>
          <p:cNvSpPr>
            <a:spLocks noGrp="1"/>
          </p:cNvSpPr>
          <p:nvPr>
            <p:ph type="sldNum" sz="quarter" idx="5"/>
          </p:nvPr>
        </p:nvSpPr>
        <p:spPr/>
        <p:txBody>
          <a:bodyPr/>
          <a:lstStyle/>
          <a:p>
            <a:fld id="{C0644275-5C74-4E59-8F01-9B0DD8D2F6FE}" type="slidenum">
              <a:rPr kumimoji="1" lang="ja-JP" altLang="en-US" smtClean="0"/>
              <a:pPr/>
              <a:t>13</a:t>
            </a:fld>
            <a:endParaRPr kumimoji="1" lang="ja-JP" altLang="en-US"/>
          </a:p>
        </p:txBody>
      </p:sp>
    </p:spTree>
    <p:extLst>
      <p:ext uri="{BB962C8B-B14F-4D97-AF65-F5344CB8AC3E}">
        <p14:creationId xmlns:p14="http://schemas.microsoft.com/office/powerpoint/2010/main" val="10855882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フッター プレースホルダー 3"/>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p:cNvSpPr>
            <a:spLocks noGrp="1"/>
          </p:cNvSpPr>
          <p:nvPr>
            <p:ph type="sldNum" sz="quarter" idx="5"/>
          </p:nvPr>
        </p:nvSpPr>
        <p:spPr/>
        <p:txBody>
          <a:bodyPr/>
          <a:lstStyle/>
          <a:p>
            <a:fld id="{C0644275-5C74-4E59-8F01-9B0DD8D2F6FE}" type="slidenum">
              <a:rPr kumimoji="1" lang="ja-JP" altLang="en-US" smtClean="0"/>
              <a:pPr/>
              <a:t>14</a:t>
            </a:fld>
            <a:endParaRPr kumimoji="1" lang="ja-JP" altLang="en-US"/>
          </a:p>
        </p:txBody>
      </p:sp>
    </p:spTree>
    <p:extLst>
      <p:ext uri="{BB962C8B-B14F-4D97-AF65-F5344CB8AC3E}">
        <p14:creationId xmlns:p14="http://schemas.microsoft.com/office/powerpoint/2010/main" val="29829254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99F22-0168-7DCC-364B-5B6FFBD3CC7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9269B4F-4A9D-4907-0207-2685CD8184B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423403-89A2-D52C-A3F3-569914D058C4}"/>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0F8E569A-8C90-69B2-D055-9A076D243168}"/>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889E5FB4-2EA9-360A-5E47-A8CA2EC3D2BB}"/>
              </a:ext>
            </a:extLst>
          </p:cNvPr>
          <p:cNvSpPr>
            <a:spLocks noGrp="1"/>
          </p:cNvSpPr>
          <p:nvPr>
            <p:ph type="sldNum" sz="quarter" idx="5"/>
          </p:nvPr>
        </p:nvSpPr>
        <p:spPr/>
        <p:txBody>
          <a:bodyPr/>
          <a:lstStyle/>
          <a:p>
            <a:fld id="{C0644275-5C74-4E59-8F01-9B0DD8D2F6FE}" type="slidenum">
              <a:rPr kumimoji="1" lang="ja-JP" altLang="en-US" smtClean="0"/>
              <a:pPr/>
              <a:t>15</a:t>
            </a:fld>
            <a:endParaRPr kumimoji="1" lang="ja-JP" altLang="en-US"/>
          </a:p>
        </p:txBody>
      </p:sp>
    </p:spTree>
    <p:extLst>
      <p:ext uri="{BB962C8B-B14F-4D97-AF65-F5344CB8AC3E}">
        <p14:creationId xmlns:p14="http://schemas.microsoft.com/office/powerpoint/2010/main" val="1518747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6600E-9A0F-628D-074C-853D62E8774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3F0D0CD-F6FD-8F70-7E25-9FC6F34244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80664B-7475-B7DB-8CF5-1C0A105E4B1E}"/>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6A6B80D0-0738-BE95-C682-CA41CA5CA55D}"/>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F05A0A21-E2A7-9BFE-7B9F-DAA62FC006FD}"/>
              </a:ext>
            </a:extLst>
          </p:cNvPr>
          <p:cNvSpPr>
            <a:spLocks noGrp="1"/>
          </p:cNvSpPr>
          <p:nvPr>
            <p:ph type="sldNum" sz="quarter" idx="5"/>
          </p:nvPr>
        </p:nvSpPr>
        <p:spPr/>
        <p:txBody>
          <a:bodyPr/>
          <a:lstStyle/>
          <a:p>
            <a:fld id="{C0644275-5C74-4E59-8F01-9B0DD8D2F6FE}" type="slidenum">
              <a:rPr kumimoji="1" lang="ja-JP" altLang="en-US" smtClean="0"/>
              <a:pPr/>
              <a:t>16</a:t>
            </a:fld>
            <a:endParaRPr kumimoji="1" lang="ja-JP" altLang="en-US"/>
          </a:p>
        </p:txBody>
      </p:sp>
    </p:spTree>
    <p:extLst>
      <p:ext uri="{BB962C8B-B14F-4D97-AF65-F5344CB8AC3E}">
        <p14:creationId xmlns:p14="http://schemas.microsoft.com/office/powerpoint/2010/main" val="9902232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28651-6586-273A-8042-C8794B735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F1999B6-3382-C2D3-FEAC-D8F71D5C46B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800580D-FE9A-974E-BB60-CD8CF0EF2E32}"/>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B8A895B8-93A0-1F54-76F2-1087FE9EB4F1}"/>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98A29599-A0D1-E5F8-7EDE-CA4F2AC2CCE0}"/>
              </a:ext>
            </a:extLst>
          </p:cNvPr>
          <p:cNvSpPr>
            <a:spLocks noGrp="1"/>
          </p:cNvSpPr>
          <p:nvPr>
            <p:ph type="sldNum" sz="quarter" idx="5"/>
          </p:nvPr>
        </p:nvSpPr>
        <p:spPr/>
        <p:txBody>
          <a:bodyPr/>
          <a:lstStyle/>
          <a:p>
            <a:fld id="{C0644275-5C74-4E59-8F01-9B0DD8D2F6FE}" type="slidenum">
              <a:rPr kumimoji="1" lang="ja-JP" altLang="en-US" smtClean="0"/>
              <a:pPr/>
              <a:t>17</a:t>
            </a:fld>
            <a:endParaRPr kumimoji="1" lang="ja-JP" altLang="en-US"/>
          </a:p>
        </p:txBody>
      </p:sp>
    </p:spTree>
    <p:extLst>
      <p:ext uri="{BB962C8B-B14F-4D97-AF65-F5344CB8AC3E}">
        <p14:creationId xmlns:p14="http://schemas.microsoft.com/office/powerpoint/2010/main" val="42113261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6E58A-10BA-3C5F-186B-AA1C98FE7F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4C79F8-1FCA-4F53-1C6C-AA367C554E3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628E1C-680B-6046-5444-8A9EE3B9D9E6}"/>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A1D5A135-9B06-E3AE-BCAC-707022D3A06C}"/>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4B423A53-A48A-740F-7E95-BFF9E4AF632C}"/>
              </a:ext>
            </a:extLst>
          </p:cNvPr>
          <p:cNvSpPr>
            <a:spLocks noGrp="1"/>
          </p:cNvSpPr>
          <p:nvPr>
            <p:ph type="sldNum" sz="quarter" idx="5"/>
          </p:nvPr>
        </p:nvSpPr>
        <p:spPr/>
        <p:txBody>
          <a:bodyPr/>
          <a:lstStyle/>
          <a:p>
            <a:fld id="{C0644275-5C74-4E59-8F01-9B0DD8D2F6FE}" type="slidenum">
              <a:rPr kumimoji="1" lang="ja-JP" altLang="en-US" smtClean="0"/>
              <a:pPr/>
              <a:t>18</a:t>
            </a:fld>
            <a:endParaRPr kumimoji="1" lang="ja-JP" altLang="en-US"/>
          </a:p>
        </p:txBody>
      </p:sp>
    </p:spTree>
    <p:extLst>
      <p:ext uri="{BB962C8B-B14F-4D97-AF65-F5344CB8AC3E}">
        <p14:creationId xmlns:p14="http://schemas.microsoft.com/office/powerpoint/2010/main" val="9725121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A0624-76E5-5699-88B2-1E8324C7F6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18FE5C-0CB7-A066-9A55-E8E0143C880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3395AB-78A8-DF02-D662-2C7649F71F53}"/>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07CBAC4F-6183-72A0-35C5-9C241B5CD253}"/>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7D4CAB3-0073-8E6D-2C08-DF5FE038F4A8}"/>
              </a:ext>
            </a:extLst>
          </p:cNvPr>
          <p:cNvSpPr>
            <a:spLocks noGrp="1"/>
          </p:cNvSpPr>
          <p:nvPr>
            <p:ph type="sldNum" sz="quarter" idx="5"/>
          </p:nvPr>
        </p:nvSpPr>
        <p:spPr/>
        <p:txBody>
          <a:bodyPr/>
          <a:lstStyle/>
          <a:p>
            <a:fld id="{C0644275-5C74-4E59-8F01-9B0DD8D2F6FE}" type="slidenum">
              <a:rPr kumimoji="1" lang="ja-JP" altLang="en-US" smtClean="0"/>
              <a:pPr/>
              <a:t>19</a:t>
            </a:fld>
            <a:endParaRPr kumimoji="1" lang="ja-JP" altLang="en-US"/>
          </a:p>
        </p:txBody>
      </p:sp>
    </p:spTree>
    <p:extLst>
      <p:ext uri="{BB962C8B-B14F-4D97-AF65-F5344CB8AC3E}">
        <p14:creationId xmlns:p14="http://schemas.microsoft.com/office/powerpoint/2010/main" val="40289956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17E06-6718-8025-EDB3-253ED817D07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A6CB84-0475-C79A-D102-25EE644D61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91FAEA-58A2-613F-CABC-D3F98F1EF47D}"/>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4D9A5F2B-3CD6-4351-B760-AA9455000612}"/>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0F306117-AA2E-D32A-96EA-9DBC53B769DC}"/>
              </a:ext>
            </a:extLst>
          </p:cNvPr>
          <p:cNvSpPr>
            <a:spLocks noGrp="1"/>
          </p:cNvSpPr>
          <p:nvPr>
            <p:ph type="sldNum" sz="quarter" idx="5"/>
          </p:nvPr>
        </p:nvSpPr>
        <p:spPr/>
        <p:txBody>
          <a:bodyPr/>
          <a:lstStyle/>
          <a:p>
            <a:fld id="{C0644275-5C74-4E59-8F01-9B0DD8D2F6FE}" type="slidenum">
              <a:rPr kumimoji="1" lang="ja-JP" altLang="en-US" smtClean="0"/>
              <a:pPr/>
              <a:t>20</a:t>
            </a:fld>
            <a:endParaRPr kumimoji="1" lang="ja-JP" altLang="en-US"/>
          </a:p>
        </p:txBody>
      </p:sp>
    </p:spTree>
    <p:extLst>
      <p:ext uri="{BB962C8B-B14F-4D97-AF65-F5344CB8AC3E}">
        <p14:creationId xmlns:p14="http://schemas.microsoft.com/office/powerpoint/2010/main" val="11200029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50315-B21E-25ED-C38D-F2B8490C8D2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556F860-7CE0-53A2-27CD-45185CC9E9C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1FD534A-948E-9B0D-3DBD-98A7FEF8BDCC}"/>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802A7876-B80C-221D-7D09-84A88FBE0DDF}"/>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9916357E-772C-117E-1BFC-DE72B654CDBB}"/>
              </a:ext>
            </a:extLst>
          </p:cNvPr>
          <p:cNvSpPr>
            <a:spLocks noGrp="1"/>
          </p:cNvSpPr>
          <p:nvPr>
            <p:ph type="sldNum" sz="quarter" idx="5"/>
          </p:nvPr>
        </p:nvSpPr>
        <p:spPr/>
        <p:txBody>
          <a:bodyPr/>
          <a:lstStyle/>
          <a:p>
            <a:fld id="{C0644275-5C74-4E59-8F01-9B0DD8D2F6FE}" type="slidenum">
              <a:rPr kumimoji="1" lang="ja-JP" altLang="en-US" smtClean="0"/>
              <a:pPr/>
              <a:t>21</a:t>
            </a:fld>
            <a:endParaRPr kumimoji="1" lang="ja-JP" altLang="en-US"/>
          </a:p>
        </p:txBody>
      </p:sp>
    </p:spTree>
    <p:extLst>
      <p:ext uri="{BB962C8B-B14F-4D97-AF65-F5344CB8AC3E}">
        <p14:creationId xmlns:p14="http://schemas.microsoft.com/office/powerpoint/2010/main" val="4193130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13882B-A2F4-8965-7C0D-416E1CC06BB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4867C5-4D31-EE34-0ADE-5E93C216CAB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1516B72-99F6-3947-82FF-82A8D9A4E262}"/>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C3531ADA-1082-C300-DC4A-5D7325BEE009}"/>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E332F426-B884-C96B-68EE-066E21540CCF}"/>
              </a:ext>
            </a:extLst>
          </p:cNvPr>
          <p:cNvSpPr>
            <a:spLocks noGrp="1"/>
          </p:cNvSpPr>
          <p:nvPr>
            <p:ph type="sldNum" sz="quarter" idx="5"/>
          </p:nvPr>
        </p:nvSpPr>
        <p:spPr/>
        <p:txBody>
          <a:bodyPr/>
          <a:lstStyle/>
          <a:p>
            <a:fld id="{C0644275-5C74-4E59-8F01-9B0DD8D2F6FE}" type="slidenum">
              <a:rPr kumimoji="1" lang="ja-JP" altLang="en-US" smtClean="0"/>
              <a:pPr/>
              <a:t>22</a:t>
            </a:fld>
            <a:endParaRPr kumimoji="1" lang="ja-JP" altLang="en-US"/>
          </a:p>
        </p:txBody>
      </p:sp>
    </p:spTree>
    <p:extLst>
      <p:ext uri="{BB962C8B-B14F-4D97-AF65-F5344CB8AC3E}">
        <p14:creationId xmlns:p14="http://schemas.microsoft.com/office/powerpoint/2010/main" val="16011190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DD8C-E166-646D-DD9E-9D08F90DC8D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A96BCEB-A87F-9750-DAEC-4AAB8AE9D85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C2B7776-4D95-1151-84AE-6D15D25A0561}"/>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D5B93EB3-2CB1-29C7-245A-92E709C31274}"/>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38EDDB5-3F50-154A-AAED-FF57513230F5}"/>
              </a:ext>
            </a:extLst>
          </p:cNvPr>
          <p:cNvSpPr>
            <a:spLocks noGrp="1"/>
          </p:cNvSpPr>
          <p:nvPr>
            <p:ph type="sldNum" sz="quarter" idx="5"/>
          </p:nvPr>
        </p:nvSpPr>
        <p:spPr/>
        <p:txBody>
          <a:bodyPr/>
          <a:lstStyle/>
          <a:p>
            <a:fld id="{C0644275-5C74-4E59-8F01-9B0DD8D2F6FE}" type="slidenum">
              <a:rPr kumimoji="1" lang="ja-JP" altLang="en-US" smtClean="0"/>
              <a:pPr/>
              <a:t>23</a:t>
            </a:fld>
            <a:endParaRPr kumimoji="1" lang="ja-JP" altLang="en-US"/>
          </a:p>
        </p:txBody>
      </p:sp>
    </p:spTree>
    <p:extLst>
      <p:ext uri="{BB962C8B-B14F-4D97-AF65-F5344CB8AC3E}">
        <p14:creationId xmlns:p14="http://schemas.microsoft.com/office/powerpoint/2010/main" val="15146378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1DEC0D-3041-D16A-BC6E-36903E17B4B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337BB3-4181-D92F-7FB4-55FCC00CA1D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3C6D641-619C-2D18-01C7-39EC218D533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38DBE43C-7CB6-CB42-5F23-792AA5020B54}"/>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A8B0F0D6-0A2B-E483-142F-E90F603A7629}"/>
              </a:ext>
            </a:extLst>
          </p:cNvPr>
          <p:cNvSpPr>
            <a:spLocks noGrp="1"/>
          </p:cNvSpPr>
          <p:nvPr>
            <p:ph type="sldNum" sz="quarter" idx="5"/>
          </p:nvPr>
        </p:nvSpPr>
        <p:spPr/>
        <p:txBody>
          <a:bodyPr/>
          <a:lstStyle/>
          <a:p>
            <a:fld id="{C0644275-5C74-4E59-8F01-9B0DD8D2F6FE}" type="slidenum">
              <a:rPr kumimoji="1" lang="ja-JP" altLang="en-US" smtClean="0"/>
              <a:pPr/>
              <a:t>24</a:t>
            </a:fld>
            <a:endParaRPr kumimoji="1" lang="ja-JP" altLang="en-US"/>
          </a:p>
        </p:txBody>
      </p:sp>
    </p:spTree>
    <p:extLst>
      <p:ext uri="{BB962C8B-B14F-4D97-AF65-F5344CB8AC3E}">
        <p14:creationId xmlns:p14="http://schemas.microsoft.com/office/powerpoint/2010/main" val="10790945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C25222-3DA8-1FA4-E89B-5FD72A1E353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CAE9E9B-CA4B-FB84-E07C-9A95E84495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FFA7A5E-E0A5-7BBE-5A18-4792FBFBD5C9}"/>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2A9F9DBD-302A-0477-F878-D5E8C3C75A2B}"/>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92F14D5E-B45B-7843-2F96-C2A85B7C7486}"/>
              </a:ext>
            </a:extLst>
          </p:cNvPr>
          <p:cNvSpPr>
            <a:spLocks noGrp="1"/>
          </p:cNvSpPr>
          <p:nvPr>
            <p:ph type="sldNum" sz="quarter" idx="5"/>
          </p:nvPr>
        </p:nvSpPr>
        <p:spPr/>
        <p:txBody>
          <a:bodyPr/>
          <a:lstStyle/>
          <a:p>
            <a:fld id="{C0644275-5C74-4E59-8F01-9B0DD8D2F6FE}" type="slidenum">
              <a:rPr kumimoji="1" lang="ja-JP" altLang="en-US" smtClean="0"/>
              <a:pPr/>
              <a:t>25</a:t>
            </a:fld>
            <a:endParaRPr kumimoji="1" lang="ja-JP" altLang="en-US"/>
          </a:p>
        </p:txBody>
      </p:sp>
    </p:spTree>
    <p:extLst>
      <p:ext uri="{BB962C8B-B14F-4D97-AF65-F5344CB8AC3E}">
        <p14:creationId xmlns:p14="http://schemas.microsoft.com/office/powerpoint/2010/main" val="9529904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DE297-9D50-AE24-F371-AE8B673C011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FA98E86-7989-838F-9D59-1E2F6632CB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C98EFBA-CA23-ADF2-B120-02D3BF7C30D2}"/>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64759B69-C788-CDA0-2532-7660487DF820}"/>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A1FB9DFD-37E8-F24B-A00D-E3CAEB184261}"/>
              </a:ext>
            </a:extLst>
          </p:cNvPr>
          <p:cNvSpPr>
            <a:spLocks noGrp="1"/>
          </p:cNvSpPr>
          <p:nvPr>
            <p:ph type="sldNum" sz="quarter" idx="5"/>
          </p:nvPr>
        </p:nvSpPr>
        <p:spPr/>
        <p:txBody>
          <a:bodyPr/>
          <a:lstStyle/>
          <a:p>
            <a:fld id="{C0644275-5C74-4E59-8F01-9B0DD8D2F6FE}" type="slidenum">
              <a:rPr kumimoji="1" lang="ja-JP" altLang="en-US" smtClean="0"/>
              <a:pPr/>
              <a:t>26</a:t>
            </a:fld>
            <a:endParaRPr kumimoji="1" lang="ja-JP" altLang="en-US"/>
          </a:p>
        </p:txBody>
      </p:sp>
    </p:spTree>
    <p:extLst>
      <p:ext uri="{BB962C8B-B14F-4D97-AF65-F5344CB8AC3E}">
        <p14:creationId xmlns:p14="http://schemas.microsoft.com/office/powerpoint/2010/main" val="5752095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C6CA0-BF55-96D9-320F-1182571CE1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CD2B59-D231-38AF-2069-EE4E7AE97D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7A4961C-AFFF-78ED-6661-F7CBEE2C666E}"/>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AC82729B-AECC-D30D-BF34-7E2D331A368B}"/>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69CC7A90-1BE8-5EA0-84D8-82EA2AE06A4B}"/>
              </a:ext>
            </a:extLst>
          </p:cNvPr>
          <p:cNvSpPr>
            <a:spLocks noGrp="1"/>
          </p:cNvSpPr>
          <p:nvPr>
            <p:ph type="sldNum" sz="quarter" idx="5"/>
          </p:nvPr>
        </p:nvSpPr>
        <p:spPr/>
        <p:txBody>
          <a:bodyPr/>
          <a:lstStyle/>
          <a:p>
            <a:fld id="{C0644275-5C74-4E59-8F01-9B0DD8D2F6FE}" type="slidenum">
              <a:rPr kumimoji="1" lang="ja-JP" altLang="en-US" smtClean="0"/>
              <a:pPr/>
              <a:t>27</a:t>
            </a:fld>
            <a:endParaRPr kumimoji="1" lang="ja-JP" altLang="en-US"/>
          </a:p>
        </p:txBody>
      </p:sp>
    </p:spTree>
    <p:extLst>
      <p:ext uri="{BB962C8B-B14F-4D97-AF65-F5344CB8AC3E}">
        <p14:creationId xmlns:p14="http://schemas.microsoft.com/office/powerpoint/2010/main" val="160271420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AD0DA-27B7-C35A-66AE-EB28AF42CA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2B071E8-6081-F552-EB02-48B21DD3E7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AB20F3-1E59-4171-B656-FEBE570EA67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F17D8581-7DF8-267F-2F62-F49828A912E6}"/>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A1E902D4-5024-B897-561B-7EAA90EB0F38}"/>
              </a:ext>
            </a:extLst>
          </p:cNvPr>
          <p:cNvSpPr>
            <a:spLocks noGrp="1"/>
          </p:cNvSpPr>
          <p:nvPr>
            <p:ph type="sldNum" sz="quarter" idx="5"/>
          </p:nvPr>
        </p:nvSpPr>
        <p:spPr/>
        <p:txBody>
          <a:bodyPr/>
          <a:lstStyle/>
          <a:p>
            <a:fld id="{C0644275-5C74-4E59-8F01-9B0DD8D2F6FE}" type="slidenum">
              <a:rPr kumimoji="1" lang="ja-JP" altLang="en-US" smtClean="0"/>
              <a:pPr/>
              <a:t>28</a:t>
            </a:fld>
            <a:endParaRPr kumimoji="1" lang="ja-JP" altLang="en-US"/>
          </a:p>
        </p:txBody>
      </p:sp>
    </p:spTree>
    <p:extLst>
      <p:ext uri="{BB962C8B-B14F-4D97-AF65-F5344CB8AC3E}">
        <p14:creationId xmlns:p14="http://schemas.microsoft.com/office/powerpoint/2010/main" val="5551838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2302-56FD-3E9D-7682-6BA4E3C685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EDE5777-B5C0-B648-B379-F17581C6DC7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FC8DC2F-9280-E7EB-1FA5-2A336D954C8C}"/>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8286B1F7-44DE-DB9D-C6A6-E1AF2B25CDF5}"/>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2B1B87EA-C200-C662-1DD3-5B01D4AB6BDF}"/>
              </a:ext>
            </a:extLst>
          </p:cNvPr>
          <p:cNvSpPr>
            <a:spLocks noGrp="1"/>
          </p:cNvSpPr>
          <p:nvPr>
            <p:ph type="sldNum" sz="quarter" idx="5"/>
          </p:nvPr>
        </p:nvSpPr>
        <p:spPr/>
        <p:txBody>
          <a:bodyPr/>
          <a:lstStyle/>
          <a:p>
            <a:fld id="{C0644275-5C74-4E59-8F01-9B0DD8D2F6FE}" type="slidenum">
              <a:rPr kumimoji="1" lang="ja-JP" altLang="en-US" smtClean="0"/>
              <a:pPr/>
              <a:t>29</a:t>
            </a:fld>
            <a:endParaRPr kumimoji="1" lang="ja-JP" altLang="en-US"/>
          </a:p>
        </p:txBody>
      </p:sp>
    </p:spTree>
    <p:extLst>
      <p:ext uri="{BB962C8B-B14F-4D97-AF65-F5344CB8AC3E}">
        <p14:creationId xmlns:p14="http://schemas.microsoft.com/office/powerpoint/2010/main" val="4141626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6FB5F9-C46B-C804-3C1C-B12DCDDBFB5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822D85C-637B-4531-F6BD-D1CE1AF0CD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B13D3C-947D-531D-1B71-1F0DD89F3F1A}"/>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E3434812-3D08-31ED-4367-F1CB29B6ABF1}"/>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CEA6BF8F-8B6D-D08F-CC5E-D6BA9FA7A947}"/>
              </a:ext>
            </a:extLst>
          </p:cNvPr>
          <p:cNvSpPr>
            <a:spLocks noGrp="1"/>
          </p:cNvSpPr>
          <p:nvPr>
            <p:ph type="sldNum" sz="quarter" idx="5"/>
          </p:nvPr>
        </p:nvSpPr>
        <p:spPr/>
        <p:txBody>
          <a:bodyPr/>
          <a:lstStyle/>
          <a:p>
            <a:fld id="{C0644275-5C74-4E59-8F01-9B0DD8D2F6FE}" type="slidenum">
              <a:rPr kumimoji="1" lang="ja-JP" altLang="en-US" smtClean="0"/>
              <a:pPr/>
              <a:t>30</a:t>
            </a:fld>
            <a:endParaRPr kumimoji="1" lang="ja-JP" altLang="en-US"/>
          </a:p>
        </p:txBody>
      </p:sp>
    </p:spTree>
    <p:extLst>
      <p:ext uri="{BB962C8B-B14F-4D97-AF65-F5344CB8AC3E}">
        <p14:creationId xmlns:p14="http://schemas.microsoft.com/office/powerpoint/2010/main" val="749594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94E670-165B-0719-E4A9-C313DDB3E4A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65DB9C3-570D-EBD3-1BC3-04FF49C7A6C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2363194-328B-1A20-43EE-ADDE35E2D13D}"/>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8CBFBFCC-575C-F6F7-B693-2E01AC66B06A}"/>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CEBC2C15-A066-B345-6615-007AF817364D}"/>
              </a:ext>
            </a:extLst>
          </p:cNvPr>
          <p:cNvSpPr>
            <a:spLocks noGrp="1"/>
          </p:cNvSpPr>
          <p:nvPr>
            <p:ph type="sldNum" sz="quarter" idx="5"/>
          </p:nvPr>
        </p:nvSpPr>
        <p:spPr/>
        <p:txBody>
          <a:bodyPr/>
          <a:lstStyle/>
          <a:p>
            <a:fld id="{C0644275-5C74-4E59-8F01-9B0DD8D2F6FE}" type="slidenum">
              <a:rPr kumimoji="1" lang="ja-JP" altLang="en-US" smtClean="0"/>
              <a:pPr/>
              <a:t>31</a:t>
            </a:fld>
            <a:endParaRPr kumimoji="1" lang="ja-JP" altLang="en-US"/>
          </a:p>
        </p:txBody>
      </p:sp>
    </p:spTree>
    <p:extLst>
      <p:ext uri="{BB962C8B-B14F-4D97-AF65-F5344CB8AC3E}">
        <p14:creationId xmlns:p14="http://schemas.microsoft.com/office/powerpoint/2010/main" val="8882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15715-39FD-AA96-0608-F9E1D7C2EA3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CE5DC12-A475-F1F9-A4EA-4091C296D6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48DD94-CEE8-6C02-D9DE-3A1DDC97C29A}"/>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DCCCB132-9B1B-6D3C-E9C0-1954D5FCF4FB}"/>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5C190FB0-CC2B-D87D-BB2C-1B79141688B1}"/>
              </a:ext>
            </a:extLst>
          </p:cNvPr>
          <p:cNvSpPr>
            <a:spLocks noGrp="1"/>
          </p:cNvSpPr>
          <p:nvPr>
            <p:ph type="sldNum" sz="quarter" idx="5"/>
          </p:nvPr>
        </p:nvSpPr>
        <p:spPr/>
        <p:txBody>
          <a:bodyPr/>
          <a:lstStyle/>
          <a:p>
            <a:fld id="{C0644275-5C74-4E59-8F01-9B0DD8D2F6FE}" type="slidenum">
              <a:rPr kumimoji="1" lang="ja-JP" altLang="en-US" smtClean="0"/>
              <a:pPr/>
              <a:t>32</a:t>
            </a:fld>
            <a:endParaRPr kumimoji="1" lang="ja-JP" altLang="en-US"/>
          </a:p>
        </p:txBody>
      </p:sp>
    </p:spTree>
    <p:extLst>
      <p:ext uri="{BB962C8B-B14F-4D97-AF65-F5344CB8AC3E}">
        <p14:creationId xmlns:p14="http://schemas.microsoft.com/office/powerpoint/2010/main" val="27117407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3B83B-B67D-A8A2-E720-9BE45C008F8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38AA692-C02D-5F8C-EF7A-A7CA317CAA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07BD5EE-4588-C13D-1694-A1221649EA8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703F2233-7D81-F79B-453B-F25593CF7E70}"/>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A18EF850-968E-40D4-0089-4CBB1DF0A47B}"/>
              </a:ext>
            </a:extLst>
          </p:cNvPr>
          <p:cNvSpPr>
            <a:spLocks noGrp="1"/>
          </p:cNvSpPr>
          <p:nvPr>
            <p:ph type="sldNum" sz="quarter" idx="5"/>
          </p:nvPr>
        </p:nvSpPr>
        <p:spPr/>
        <p:txBody>
          <a:bodyPr/>
          <a:lstStyle/>
          <a:p>
            <a:fld id="{C0644275-5C74-4E59-8F01-9B0DD8D2F6FE}" type="slidenum">
              <a:rPr kumimoji="1" lang="ja-JP" altLang="en-US" smtClean="0"/>
              <a:pPr/>
              <a:t>33</a:t>
            </a:fld>
            <a:endParaRPr kumimoji="1" lang="ja-JP" altLang="en-US"/>
          </a:p>
        </p:txBody>
      </p:sp>
    </p:spTree>
    <p:extLst>
      <p:ext uri="{BB962C8B-B14F-4D97-AF65-F5344CB8AC3E}">
        <p14:creationId xmlns:p14="http://schemas.microsoft.com/office/powerpoint/2010/main" val="32845715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60261-E787-74AA-DB79-26114B1F57B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2F039E-E1B7-5034-3996-301866058E1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AF1A3DC-5463-A191-41FD-9ACA1F1A3014}"/>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202B4200-9CA3-3E22-49D7-5C6EB26E7A5E}"/>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2573FADC-37C0-DC00-387E-A7A999C6D6D2}"/>
              </a:ext>
            </a:extLst>
          </p:cNvPr>
          <p:cNvSpPr>
            <a:spLocks noGrp="1"/>
          </p:cNvSpPr>
          <p:nvPr>
            <p:ph type="sldNum" sz="quarter" idx="5"/>
          </p:nvPr>
        </p:nvSpPr>
        <p:spPr/>
        <p:txBody>
          <a:bodyPr/>
          <a:lstStyle/>
          <a:p>
            <a:fld id="{C0644275-5C74-4E59-8F01-9B0DD8D2F6FE}" type="slidenum">
              <a:rPr kumimoji="1" lang="ja-JP" altLang="en-US" smtClean="0"/>
              <a:pPr/>
              <a:t>34</a:t>
            </a:fld>
            <a:endParaRPr kumimoji="1" lang="ja-JP" altLang="en-US"/>
          </a:p>
        </p:txBody>
      </p:sp>
    </p:spTree>
    <p:extLst>
      <p:ext uri="{BB962C8B-B14F-4D97-AF65-F5344CB8AC3E}">
        <p14:creationId xmlns:p14="http://schemas.microsoft.com/office/powerpoint/2010/main" val="40679521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26484-45F3-22D8-121E-C4C73E4C3FE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A3D06A-DFC9-49BC-5920-4E76C8DEA82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4614036-B243-68F2-EE69-B6D00C0634DB}"/>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144815B3-4DDF-EC16-324B-B4E20DB5000E}"/>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5704AF9-3F4B-A409-2911-2E7DDCA12E68}"/>
              </a:ext>
            </a:extLst>
          </p:cNvPr>
          <p:cNvSpPr>
            <a:spLocks noGrp="1"/>
          </p:cNvSpPr>
          <p:nvPr>
            <p:ph type="sldNum" sz="quarter" idx="5"/>
          </p:nvPr>
        </p:nvSpPr>
        <p:spPr/>
        <p:txBody>
          <a:bodyPr/>
          <a:lstStyle/>
          <a:p>
            <a:fld id="{C0644275-5C74-4E59-8F01-9B0DD8D2F6FE}" type="slidenum">
              <a:rPr kumimoji="1" lang="ja-JP" altLang="en-US" smtClean="0"/>
              <a:pPr/>
              <a:t>35</a:t>
            </a:fld>
            <a:endParaRPr kumimoji="1" lang="ja-JP" altLang="en-US"/>
          </a:p>
        </p:txBody>
      </p:sp>
    </p:spTree>
    <p:extLst>
      <p:ext uri="{BB962C8B-B14F-4D97-AF65-F5344CB8AC3E}">
        <p14:creationId xmlns:p14="http://schemas.microsoft.com/office/powerpoint/2010/main" val="32913307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4D1F89-2480-75F9-4B8E-2EEAF75BE7B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F640FFE-B9FC-635A-F4F6-4FD3A69286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FD8C864-2BE4-10C0-8FFB-23B881A51C4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6A966C01-E90A-F90E-373B-F094202E22E8}"/>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5C451E0-14C6-AA0A-4756-2176276D5845}"/>
              </a:ext>
            </a:extLst>
          </p:cNvPr>
          <p:cNvSpPr>
            <a:spLocks noGrp="1"/>
          </p:cNvSpPr>
          <p:nvPr>
            <p:ph type="sldNum" sz="quarter" idx="5"/>
          </p:nvPr>
        </p:nvSpPr>
        <p:spPr/>
        <p:txBody>
          <a:bodyPr/>
          <a:lstStyle/>
          <a:p>
            <a:fld id="{C0644275-5C74-4E59-8F01-9B0DD8D2F6FE}" type="slidenum">
              <a:rPr kumimoji="1" lang="ja-JP" altLang="en-US" smtClean="0"/>
              <a:pPr/>
              <a:t>36</a:t>
            </a:fld>
            <a:endParaRPr kumimoji="1" lang="ja-JP" altLang="en-US"/>
          </a:p>
        </p:txBody>
      </p:sp>
    </p:spTree>
    <p:extLst>
      <p:ext uri="{BB962C8B-B14F-4D97-AF65-F5344CB8AC3E}">
        <p14:creationId xmlns:p14="http://schemas.microsoft.com/office/powerpoint/2010/main" val="252666137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535D4-039F-2F99-036F-D9B1C84AAB6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2F7C3F9-CFFF-1BAE-51D4-D8D12C2ABF5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51B75CE-1365-8F88-AB09-92B5EFBB8777}"/>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A9029AD5-86AD-6914-DF36-48AAB3DDD45D}"/>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F6DDABF-1F1C-38A8-01A3-385229715E66}"/>
              </a:ext>
            </a:extLst>
          </p:cNvPr>
          <p:cNvSpPr>
            <a:spLocks noGrp="1"/>
          </p:cNvSpPr>
          <p:nvPr>
            <p:ph type="sldNum" sz="quarter" idx="5"/>
          </p:nvPr>
        </p:nvSpPr>
        <p:spPr/>
        <p:txBody>
          <a:bodyPr/>
          <a:lstStyle/>
          <a:p>
            <a:fld id="{C0644275-5C74-4E59-8F01-9B0DD8D2F6FE}" type="slidenum">
              <a:rPr kumimoji="1" lang="ja-JP" altLang="en-US" smtClean="0"/>
              <a:pPr/>
              <a:t>37</a:t>
            </a:fld>
            <a:endParaRPr kumimoji="1" lang="ja-JP" altLang="en-US"/>
          </a:p>
        </p:txBody>
      </p:sp>
    </p:spTree>
    <p:extLst>
      <p:ext uri="{BB962C8B-B14F-4D97-AF65-F5344CB8AC3E}">
        <p14:creationId xmlns:p14="http://schemas.microsoft.com/office/powerpoint/2010/main" val="20511364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22BB6-9238-534E-B2A9-A85712CC9D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D36928-57A8-8AAA-2937-421961FAF35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76271A-0A62-0B89-FA2B-9FE452063CEF}"/>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4578FA80-5888-30E0-237C-D06B811F6243}"/>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7736D1EB-975C-4D1D-B443-00799B354FDA}"/>
              </a:ext>
            </a:extLst>
          </p:cNvPr>
          <p:cNvSpPr>
            <a:spLocks noGrp="1"/>
          </p:cNvSpPr>
          <p:nvPr>
            <p:ph type="sldNum" sz="quarter" idx="5"/>
          </p:nvPr>
        </p:nvSpPr>
        <p:spPr/>
        <p:txBody>
          <a:bodyPr/>
          <a:lstStyle/>
          <a:p>
            <a:fld id="{C0644275-5C74-4E59-8F01-9B0DD8D2F6FE}" type="slidenum">
              <a:rPr kumimoji="1" lang="ja-JP" altLang="en-US" smtClean="0"/>
              <a:pPr/>
              <a:t>38</a:t>
            </a:fld>
            <a:endParaRPr kumimoji="1" lang="ja-JP" altLang="en-US"/>
          </a:p>
        </p:txBody>
      </p:sp>
    </p:spTree>
    <p:extLst>
      <p:ext uri="{BB962C8B-B14F-4D97-AF65-F5344CB8AC3E}">
        <p14:creationId xmlns:p14="http://schemas.microsoft.com/office/powerpoint/2010/main" val="405286693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4B272-72AA-D633-FE5C-436D7580013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9BC4D34-F9BF-0879-0D6C-0542176F50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5B66844-5383-2AC0-ED13-2506651667A3}"/>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92F6A7D3-7D19-B3D3-5911-7F8C87D111D7}"/>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A8C7E40C-9C03-1D2B-7C06-B73372F8528C}"/>
              </a:ext>
            </a:extLst>
          </p:cNvPr>
          <p:cNvSpPr>
            <a:spLocks noGrp="1"/>
          </p:cNvSpPr>
          <p:nvPr>
            <p:ph type="sldNum" sz="quarter" idx="5"/>
          </p:nvPr>
        </p:nvSpPr>
        <p:spPr/>
        <p:txBody>
          <a:bodyPr/>
          <a:lstStyle/>
          <a:p>
            <a:fld id="{C0644275-5C74-4E59-8F01-9B0DD8D2F6FE}" type="slidenum">
              <a:rPr kumimoji="1" lang="ja-JP" altLang="en-US" smtClean="0"/>
              <a:pPr/>
              <a:t>39</a:t>
            </a:fld>
            <a:endParaRPr kumimoji="1" lang="ja-JP" altLang="en-US"/>
          </a:p>
        </p:txBody>
      </p:sp>
    </p:spTree>
    <p:extLst>
      <p:ext uri="{BB962C8B-B14F-4D97-AF65-F5344CB8AC3E}">
        <p14:creationId xmlns:p14="http://schemas.microsoft.com/office/powerpoint/2010/main" val="2564731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B8278-FE7C-7B92-4AA5-EA6CEACCBF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65D2BA-EB89-9B04-0F2B-A9FC8338F49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6C39316-93D0-050B-1909-4E709DA0B5E0}"/>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D5C89083-8E3E-C7AF-5C7E-C3DD6321BB36}"/>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1DF5C890-2E96-B63B-DE53-2D2742D73C30}"/>
              </a:ext>
            </a:extLst>
          </p:cNvPr>
          <p:cNvSpPr>
            <a:spLocks noGrp="1"/>
          </p:cNvSpPr>
          <p:nvPr>
            <p:ph type="sldNum" sz="quarter" idx="5"/>
          </p:nvPr>
        </p:nvSpPr>
        <p:spPr/>
        <p:txBody>
          <a:bodyPr/>
          <a:lstStyle/>
          <a:p>
            <a:fld id="{C0644275-5C74-4E59-8F01-9B0DD8D2F6FE}" type="slidenum">
              <a:rPr kumimoji="1" lang="ja-JP" altLang="en-US" smtClean="0"/>
              <a:pPr/>
              <a:t>40</a:t>
            </a:fld>
            <a:endParaRPr kumimoji="1" lang="ja-JP" altLang="en-US"/>
          </a:p>
        </p:txBody>
      </p:sp>
    </p:spTree>
    <p:extLst>
      <p:ext uri="{BB962C8B-B14F-4D97-AF65-F5344CB8AC3E}">
        <p14:creationId xmlns:p14="http://schemas.microsoft.com/office/powerpoint/2010/main" val="23895772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998A8-04BE-2677-9B89-EA2DB17F40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D84E7AF-6D5C-3048-B0D7-ACB3979BFCD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7590D5-1556-0A28-6258-EC9FE8B2DC13}"/>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6B18AFF1-96D8-841E-BA98-CE676E56526E}"/>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BE88F249-A6E7-746C-F532-BD3F60D998DC}"/>
              </a:ext>
            </a:extLst>
          </p:cNvPr>
          <p:cNvSpPr>
            <a:spLocks noGrp="1"/>
          </p:cNvSpPr>
          <p:nvPr>
            <p:ph type="sldNum" sz="quarter" idx="5"/>
          </p:nvPr>
        </p:nvSpPr>
        <p:spPr/>
        <p:txBody>
          <a:bodyPr/>
          <a:lstStyle/>
          <a:p>
            <a:fld id="{C0644275-5C74-4E59-8F01-9B0DD8D2F6FE}" type="slidenum">
              <a:rPr kumimoji="1" lang="ja-JP" altLang="en-US" smtClean="0"/>
              <a:pPr/>
              <a:t>41</a:t>
            </a:fld>
            <a:endParaRPr kumimoji="1" lang="ja-JP" altLang="en-US"/>
          </a:p>
        </p:txBody>
      </p:sp>
    </p:spTree>
    <p:extLst>
      <p:ext uri="{BB962C8B-B14F-4D97-AF65-F5344CB8AC3E}">
        <p14:creationId xmlns:p14="http://schemas.microsoft.com/office/powerpoint/2010/main" val="15874888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D4D4-3CC0-3AB9-C233-226ED1DB0BC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E75371D-14FE-BB6A-98AD-7B575384E4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2F45B4-E789-179A-6A94-2B70C835EAE8}"/>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DC4E02DE-F682-3A11-DE0E-77920B089A70}"/>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6C76602E-7968-DDD6-DADA-3C1D56BE56F1}"/>
              </a:ext>
            </a:extLst>
          </p:cNvPr>
          <p:cNvSpPr>
            <a:spLocks noGrp="1"/>
          </p:cNvSpPr>
          <p:nvPr>
            <p:ph type="sldNum" sz="quarter" idx="5"/>
          </p:nvPr>
        </p:nvSpPr>
        <p:spPr/>
        <p:txBody>
          <a:bodyPr/>
          <a:lstStyle/>
          <a:p>
            <a:fld id="{C0644275-5C74-4E59-8F01-9B0DD8D2F6FE}" type="slidenum">
              <a:rPr kumimoji="1" lang="ja-JP" altLang="en-US" smtClean="0"/>
              <a:pPr/>
              <a:t>42</a:t>
            </a:fld>
            <a:endParaRPr kumimoji="1" lang="ja-JP" altLang="en-US"/>
          </a:p>
        </p:txBody>
      </p:sp>
    </p:spTree>
    <p:extLst>
      <p:ext uri="{BB962C8B-B14F-4D97-AF65-F5344CB8AC3E}">
        <p14:creationId xmlns:p14="http://schemas.microsoft.com/office/powerpoint/2010/main" val="564333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D27F27-8733-E6A6-2B64-6FDAA70AA3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C62B1E7-A650-0ED1-A5D2-22F19A356CF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A7ACB3-B774-2754-2BA2-36A60DC001FF}"/>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838E9307-D12D-C57B-D556-4EA302A129DF}"/>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9E4F4FC1-89BB-33FC-28C6-A42A13FD6DB3}"/>
              </a:ext>
            </a:extLst>
          </p:cNvPr>
          <p:cNvSpPr>
            <a:spLocks noGrp="1"/>
          </p:cNvSpPr>
          <p:nvPr>
            <p:ph type="sldNum" sz="quarter" idx="5"/>
          </p:nvPr>
        </p:nvSpPr>
        <p:spPr/>
        <p:txBody>
          <a:bodyPr/>
          <a:lstStyle/>
          <a:p>
            <a:fld id="{C0644275-5C74-4E59-8F01-9B0DD8D2F6FE}" type="slidenum">
              <a:rPr kumimoji="1" lang="ja-JP" altLang="en-US" smtClean="0"/>
              <a:pPr/>
              <a:t>43</a:t>
            </a:fld>
            <a:endParaRPr kumimoji="1" lang="ja-JP" altLang="en-US"/>
          </a:p>
        </p:txBody>
      </p:sp>
    </p:spTree>
    <p:extLst>
      <p:ext uri="{BB962C8B-B14F-4D97-AF65-F5344CB8AC3E}">
        <p14:creationId xmlns:p14="http://schemas.microsoft.com/office/powerpoint/2010/main" val="340994760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98290-D32D-69B7-9B35-E20400BA80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4760433-828A-A90D-3BBD-980D97A557E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F8A9CE-DD2F-E8AC-E8A8-BCE7151023A2}"/>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3A2E0BFB-1DB3-E2AE-08AB-D3AAFF0E523E}"/>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36183456-01DD-F3E6-0671-5E15E83C66FF}"/>
              </a:ext>
            </a:extLst>
          </p:cNvPr>
          <p:cNvSpPr>
            <a:spLocks noGrp="1"/>
          </p:cNvSpPr>
          <p:nvPr>
            <p:ph type="sldNum" sz="quarter" idx="5"/>
          </p:nvPr>
        </p:nvSpPr>
        <p:spPr/>
        <p:txBody>
          <a:bodyPr/>
          <a:lstStyle/>
          <a:p>
            <a:fld id="{C0644275-5C74-4E59-8F01-9B0DD8D2F6FE}" type="slidenum">
              <a:rPr kumimoji="1" lang="ja-JP" altLang="en-US" smtClean="0"/>
              <a:pPr/>
              <a:t>44</a:t>
            </a:fld>
            <a:endParaRPr kumimoji="1" lang="ja-JP" altLang="en-US"/>
          </a:p>
        </p:txBody>
      </p:sp>
    </p:spTree>
    <p:extLst>
      <p:ext uri="{BB962C8B-B14F-4D97-AF65-F5344CB8AC3E}">
        <p14:creationId xmlns:p14="http://schemas.microsoft.com/office/powerpoint/2010/main" val="396673635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20E7-52B1-A731-1B7F-FC7363F09D2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CB90A7D-BAFE-4C07-553C-5232F0B2D0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5F8EA-6BEB-3F03-B8D6-2AC7302C6ECA}"/>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E364CDF6-5C93-1B39-1D26-A08D32CE65C0}"/>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9C9D43BF-8819-9575-6FD2-75693B93DE8C}"/>
              </a:ext>
            </a:extLst>
          </p:cNvPr>
          <p:cNvSpPr>
            <a:spLocks noGrp="1"/>
          </p:cNvSpPr>
          <p:nvPr>
            <p:ph type="sldNum" sz="quarter" idx="5"/>
          </p:nvPr>
        </p:nvSpPr>
        <p:spPr/>
        <p:txBody>
          <a:bodyPr/>
          <a:lstStyle/>
          <a:p>
            <a:fld id="{C0644275-5C74-4E59-8F01-9B0DD8D2F6FE}" type="slidenum">
              <a:rPr kumimoji="1" lang="ja-JP" altLang="en-US" smtClean="0"/>
              <a:pPr/>
              <a:t>45</a:t>
            </a:fld>
            <a:endParaRPr kumimoji="1" lang="ja-JP" altLang="en-US"/>
          </a:p>
        </p:txBody>
      </p:sp>
    </p:spTree>
    <p:extLst>
      <p:ext uri="{BB962C8B-B14F-4D97-AF65-F5344CB8AC3E}">
        <p14:creationId xmlns:p14="http://schemas.microsoft.com/office/powerpoint/2010/main" val="146724638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3E68F-3FD7-A0FA-2665-FD206E8918D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0DB7CB7-6B54-90E5-E523-C023F66B94C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1A1960B-BF25-95D8-976C-890ECA889655}"/>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6CCDCF08-84E0-AA8B-A2D1-B31DAB41E722}"/>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465C2086-3474-C441-B9D9-53B2355E6AA2}"/>
              </a:ext>
            </a:extLst>
          </p:cNvPr>
          <p:cNvSpPr>
            <a:spLocks noGrp="1"/>
          </p:cNvSpPr>
          <p:nvPr>
            <p:ph type="sldNum" sz="quarter" idx="5"/>
          </p:nvPr>
        </p:nvSpPr>
        <p:spPr/>
        <p:txBody>
          <a:bodyPr/>
          <a:lstStyle/>
          <a:p>
            <a:fld id="{C0644275-5C74-4E59-8F01-9B0DD8D2F6FE}" type="slidenum">
              <a:rPr kumimoji="1" lang="ja-JP" altLang="en-US" smtClean="0"/>
              <a:pPr/>
              <a:t>46</a:t>
            </a:fld>
            <a:endParaRPr kumimoji="1" lang="ja-JP" altLang="en-US"/>
          </a:p>
        </p:txBody>
      </p:sp>
    </p:spTree>
    <p:extLst>
      <p:ext uri="{BB962C8B-B14F-4D97-AF65-F5344CB8AC3E}">
        <p14:creationId xmlns:p14="http://schemas.microsoft.com/office/powerpoint/2010/main" val="400692960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55364-432E-E611-94EE-3E0A275D19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C7A8927-736F-8332-DBDA-C33828DA9A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976506E-00A6-142B-49FC-1872F607EA95}"/>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A9F36812-DFEF-7BE2-FEC8-ED388F9F7BFE}"/>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1A17F8B2-78D0-E6ED-2C7F-B577E3D111F7}"/>
              </a:ext>
            </a:extLst>
          </p:cNvPr>
          <p:cNvSpPr>
            <a:spLocks noGrp="1"/>
          </p:cNvSpPr>
          <p:nvPr>
            <p:ph type="sldNum" sz="quarter" idx="5"/>
          </p:nvPr>
        </p:nvSpPr>
        <p:spPr/>
        <p:txBody>
          <a:bodyPr/>
          <a:lstStyle/>
          <a:p>
            <a:fld id="{C0644275-5C74-4E59-8F01-9B0DD8D2F6FE}" type="slidenum">
              <a:rPr kumimoji="1" lang="ja-JP" altLang="en-US" smtClean="0"/>
              <a:pPr/>
              <a:t>47</a:t>
            </a:fld>
            <a:endParaRPr kumimoji="1" lang="ja-JP" altLang="en-US"/>
          </a:p>
        </p:txBody>
      </p:sp>
    </p:spTree>
    <p:extLst>
      <p:ext uri="{BB962C8B-B14F-4D97-AF65-F5344CB8AC3E}">
        <p14:creationId xmlns:p14="http://schemas.microsoft.com/office/powerpoint/2010/main" val="7402813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4F81A-22F8-13B2-1D2D-B70AEF88F10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613FFA2-DB02-817D-DB7A-46E37F426B0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F56381C-17F1-7D8C-BB83-904246F71E26}"/>
              </a:ext>
            </a:extLst>
          </p:cNvPr>
          <p:cNvSpPr>
            <a:spLocks noGrp="1"/>
          </p:cNvSpPr>
          <p:nvPr>
            <p:ph type="body" idx="1"/>
          </p:nvPr>
        </p:nvSpPr>
        <p:spPr/>
        <p:txBody>
          <a:bodyPr/>
          <a:lstStyle/>
          <a:p>
            <a:endParaRPr kumimoji="1" lang="ja-JP" altLang="en-US" dirty="0"/>
          </a:p>
        </p:txBody>
      </p:sp>
      <p:sp>
        <p:nvSpPr>
          <p:cNvPr id="4" name="フッター プレースホルダー 3">
            <a:extLst>
              <a:ext uri="{FF2B5EF4-FFF2-40B4-BE49-F238E27FC236}">
                <a16:creationId xmlns:a16="http://schemas.microsoft.com/office/drawing/2014/main" id="{91C5B371-1226-8569-8877-39B1C0B52B06}"/>
              </a:ext>
            </a:extLst>
          </p:cNvPr>
          <p:cNvSpPr>
            <a:spLocks noGrp="1"/>
          </p:cNvSpPr>
          <p:nvPr>
            <p:ph type="ftr" sz="quarter" idx="4"/>
          </p:nvPr>
        </p:nvSpPr>
        <p:spPr/>
        <p:txBody>
          <a:bodyPr/>
          <a:lstStyle/>
          <a:p>
            <a:r>
              <a:rPr kumimoji="1" lang="en-US" altLang="ja-JP"/>
              <a:t>© 2021 Fujitsu Limited</a:t>
            </a:r>
            <a:endParaRPr kumimoji="1" lang="ja-JP" altLang="en-US"/>
          </a:p>
        </p:txBody>
      </p:sp>
      <p:sp>
        <p:nvSpPr>
          <p:cNvPr id="5" name="スライド番号プレースホルダー 4">
            <a:extLst>
              <a:ext uri="{FF2B5EF4-FFF2-40B4-BE49-F238E27FC236}">
                <a16:creationId xmlns:a16="http://schemas.microsoft.com/office/drawing/2014/main" id="{C6F76380-3059-16AE-3F29-E262D490A05F}"/>
              </a:ext>
            </a:extLst>
          </p:cNvPr>
          <p:cNvSpPr>
            <a:spLocks noGrp="1"/>
          </p:cNvSpPr>
          <p:nvPr>
            <p:ph type="sldNum" sz="quarter" idx="5"/>
          </p:nvPr>
        </p:nvSpPr>
        <p:spPr/>
        <p:txBody>
          <a:bodyPr/>
          <a:lstStyle/>
          <a:p>
            <a:fld id="{C0644275-5C74-4E59-8F01-9B0DD8D2F6FE}" type="slidenum">
              <a:rPr kumimoji="1" lang="ja-JP" altLang="en-US" smtClean="0"/>
              <a:pPr/>
              <a:t>48</a:t>
            </a:fld>
            <a:endParaRPr kumimoji="1" lang="ja-JP" altLang="en-US"/>
          </a:p>
        </p:txBody>
      </p:sp>
    </p:spTree>
    <p:extLst>
      <p:ext uri="{BB962C8B-B14F-4D97-AF65-F5344CB8AC3E}">
        <p14:creationId xmlns:p14="http://schemas.microsoft.com/office/powerpoint/2010/main" val="17857001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Master" Target="../slideMasters/slideMaster5.xml"/><Relationship Id="rId5" Type="http://schemas.openxmlformats.org/officeDocument/2006/relationships/image" Target="../media/image23.png"/><Relationship Id="rId4"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6.png"/><Relationship Id="rId1" Type="http://schemas.openxmlformats.org/officeDocument/2006/relationships/slideMaster" Target="../slideMasters/slideMaster5.xml"/><Relationship Id="rId4" Type="http://schemas.openxmlformats.org/officeDocument/2006/relationships/image" Target="../media/image2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7.png"/><Relationship Id="rId1" Type="http://schemas.openxmlformats.org/officeDocument/2006/relationships/slideMaster" Target="../slideMasters/slideMaster5.xml"/><Relationship Id="rId4"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AF46A06C-9A3F-471C-999E-CB75C4DB07A9}"/>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3386" y="0"/>
            <a:ext cx="2540614" cy="5143500"/>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62717" y="1350838"/>
            <a:ext cx="3142798"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grpSp>
        <p:nvGrpSpPr>
          <p:cNvPr id="23" name="Group 22" descr="Fujitsu">
            <a:extLst>
              <a:ext uri="{FF2B5EF4-FFF2-40B4-BE49-F238E27FC236}">
                <a16:creationId xmlns:a16="http://schemas.microsoft.com/office/drawing/2014/main" id="{EA0FA9AC-AC26-48E3-BF47-91D55901E917}"/>
              </a:ext>
            </a:extLst>
          </p:cNvPr>
          <p:cNvGrpSpPr>
            <a:grpSpLocks noChangeAspect="1"/>
          </p:cNvGrpSpPr>
          <p:nvPr userDrawn="1"/>
        </p:nvGrpSpPr>
        <p:grpSpPr>
          <a:xfrm>
            <a:off x="7940675" y="242808"/>
            <a:ext cx="968769" cy="472173"/>
            <a:chOff x="8012114" y="249161"/>
            <a:chExt cx="892174" cy="434841"/>
          </a:xfrm>
        </p:grpSpPr>
        <p:sp>
          <p:nvSpPr>
            <p:cNvPr id="24" name="Freeform 34">
              <a:extLst>
                <a:ext uri="{FF2B5EF4-FFF2-40B4-BE49-F238E27FC236}">
                  <a16:creationId xmlns:a16="http://schemas.microsoft.com/office/drawing/2014/main" id="{6DD794C0-B5B1-4749-93AE-C0B3DA7765D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5">
              <a:extLst>
                <a:ext uri="{FF2B5EF4-FFF2-40B4-BE49-F238E27FC236}">
                  <a16:creationId xmlns:a16="http://schemas.microsoft.com/office/drawing/2014/main" id="{C8AFA1DF-E2AD-431B-9A71-F99A68BFE07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6">
              <a:extLst>
                <a:ext uri="{FF2B5EF4-FFF2-40B4-BE49-F238E27FC236}">
                  <a16:creationId xmlns:a16="http://schemas.microsoft.com/office/drawing/2014/main" id="{DCCF753C-FF99-4C0C-94D0-F2FE9DC1EC9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7">
              <a:extLst>
                <a:ext uri="{FF2B5EF4-FFF2-40B4-BE49-F238E27FC236}">
                  <a16:creationId xmlns:a16="http://schemas.microsoft.com/office/drawing/2014/main" id="{BB8A9FF0-74AF-4BF0-B63E-8CF3120C9676}"/>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8">
              <a:extLst>
                <a:ext uri="{FF2B5EF4-FFF2-40B4-BE49-F238E27FC236}">
                  <a16:creationId xmlns:a16="http://schemas.microsoft.com/office/drawing/2014/main" id="{3EFD3576-7BB3-4739-A24F-50250CAEBEE9}"/>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9">
              <a:extLst>
                <a:ext uri="{FF2B5EF4-FFF2-40B4-BE49-F238E27FC236}">
                  <a16:creationId xmlns:a16="http://schemas.microsoft.com/office/drawing/2014/main" id="{FC6758ED-3FB6-42D3-9F56-BDE1752E62A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0">
              <a:extLst>
                <a:ext uri="{FF2B5EF4-FFF2-40B4-BE49-F238E27FC236}">
                  <a16:creationId xmlns:a16="http://schemas.microsoft.com/office/drawing/2014/main" id="{1A0FF2C9-FB26-4EE6-9744-A33823AB18C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1">
              <a:extLst>
                <a:ext uri="{FF2B5EF4-FFF2-40B4-BE49-F238E27FC236}">
                  <a16:creationId xmlns:a16="http://schemas.microsoft.com/office/drawing/2014/main" id="{3652132C-1D36-46D8-B40D-EFABBC1421B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Tree>
    <p:extLst>
      <p:ext uri="{BB962C8B-B14F-4D97-AF65-F5344CB8AC3E}">
        <p14:creationId xmlns:p14="http://schemas.microsoft.com/office/powerpoint/2010/main" val="11296418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23" name="図 16">
            <a:extLst>
              <a:ext uri="{FF2B5EF4-FFF2-40B4-BE49-F238E27FC236}">
                <a16:creationId xmlns:a16="http://schemas.microsoft.com/office/drawing/2014/main" id="{4E6397AD-310C-48CA-885C-F7B1DFD09567}"/>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0" y="1155"/>
            <a:ext cx="9144000" cy="5141190"/>
          </a:xfrm>
          <a:prstGeom prst="rect">
            <a:avLst/>
          </a:prstGeom>
        </p:spPr>
      </p:pic>
      <p:sp>
        <p:nvSpPr>
          <p:cNvPr id="24" name="正方形/長方形 3">
            <a:extLst>
              <a:ext uri="{FF2B5EF4-FFF2-40B4-BE49-F238E27FC236}">
                <a16:creationId xmlns:a16="http://schemas.microsoft.com/office/drawing/2014/main" id="{CD577E9E-58F6-407C-9583-7A2B1D256100}"/>
              </a:ext>
            </a:extLst>
          </p:cNvPr>
          <p:cNvSpPr/>
          <p:nvPr userDrawn="1"/>
        </p:nvSpPr>
        <p:spPr>
          <a:xfrm>
            <a:off x="3200400" y="-2055"/>
            <a:ext cx="5943600" cy="5144400"/>
          </a:xfrm>
          <a:prstGeom prst="rect">
            <a:avLst/>
          </a:prstGeom>
          <a:gradFill flip="none" rotWithShape="1">
            <a:gsLst>
              <a:gs pos="0">
                <a:schemeClr val="accent4">
                  <a:alpha val="70000"/>
                </a:schemeClr>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err="1">
              <a:solidFill>
                <a:schemeClr val="tx1"/>
              </a:solidFill>
            </a:endParaRPr>
          </a:p>
        </p:txBody>
      </p:sp>
      <p:grpSp>
        <p:nvGrpSpPr>
          <p:cNvPr id="20" name="Group 22" descr="Fujitsu">
            <a:extLst>
              <a:ext uri="{FF2B5EF4-FFF2-40B4-BE49-F238E27FC236}">
                <a16:creationId xmlns:a16="http://schemas.microsoft.com/office/drawing/2014/main" id="{DDC40295-912F-4B75-825E-6A19D918735E}"/>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58651FFA-FC3B-4BF1-AE37-56C9BAC03808}"/>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F38D1057-B75F-4A54-AF90-A8D57DDB5EA3}"/>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6">
              <a:extLst>
                <a:ext uri="{FF2B5EF4-FFF2-40B4-BE49-F238E27FC236}">
                  <a16:creationId xmlns:a16="http://schemas.microsoft.com/office/drawing/2014/main" id="{0FA8FF41-1874-4F27-9ACB-8F9DD0AC90F7}"/>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7">
              <a:extLst>
                <a:ext uri="{FF2B5EF4-FFF2-40B4-BE49-F238E27FC236}">
                  <a16:creationId xmlns:a16="http://schemas.microsoft.com/office/drawing/2014/main" id="{50E67408-B338-4449-B662-76E98D8E5C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38">
              <a:extLst>
                <a:ext uri="{FF2B5EF4-FFF2-40B4-BE49-F238E27FC236}">
                  <a16:creationId xmlns:a16="http://schemas.microsoft.com/office/drawing/2014/main" id="{4AC7696B-9860-489B-BE9B-00D46469390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39">
              <a:extLst>
                <a:ext uri="{FF2B5EF4-FFF2-40B4-BE49-F238E27FC236}">
                  <a16:creationId xmlns:a16="http://schemas.microsoft.com/office/drawing/2014/main" id="{CDE404E4-3DFC-433A-8E05-E73F0F493EE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7" name="Freeform 40">
              <a:extLst>
                <a:ext uri="{FF2B5EF4-FFF2-40B4-BE49-F238E27FC236}">
                  <a16:creationId xmlns:a16="http://schemas.microsoft.com/office/drawing/2014/main" id="{606859B5-A1E4-47EF-9016-922C15E0DCD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8" name="Freeform 41">
              <a:extLst>
                <a:ext uri="{FF2B5EF4-FFF2-40B4-BE49-F238E27FC236}">
                  <a16:creationId xmlns:a16="http://schemas.microsoft.com/office/drawing/2014/main" id="{9916EAC5-51B3-4315-A6F9-67FA3906E9D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17" name="図 16" descr="FUJITSU-RESTRICTED">
            <a:extLst>
              <a:ext uri="{FF2B5EF4-FFF2-40B4-BE49-F238E27FC236}">
                <a16:creationId xmlns:a16="http://schemas.microsoft.com/office/drawing/2014/main" id="{6441D025-D670-4F20-95EC-6C7CD7AEB55D}"/>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00" y="4926504"/>
            <a:ext cx="1292691" cy="166263"/>
          </a:xfrm>
          <a:prstGeom prst="rect">
            <a:avLst/>
          </a:prstGeom>
        </p:spPr>
      </p:pic>
      <p:sp>
        <p:nvSpPr>
          <p:cNvPr id="5" name="Footer Placeholder 4"/>
          <p:cNvSpPr>
            <a:spLocks noGrp="1"/>
          </p:cNvSpPr>
          <p:nvPr>
            <p:ph type="ftr" sz="quarter" idx="11"/>
          </p:nvPr>
        </p:nvSpPr>
        <p:spPr>
          <a:xfrm>
            <a:off x="7758000" y="4955635"/>
            <a:ext cx="1155600" cy="108000"/>
          </a:xfrm>
        </p:spPr>
        <p:txBody>
          <a:bodyPr/>
          <a:lstStyle>
            <a:lvl1pPr>
              <a:defRPr>
                <a:solidFill>
                  <a:schemeClr val="bg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948435"/>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640529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7" name="Footer Placeholder 4">
            <a:extLst>
              <a:ext uri="{FF2B5EF4-FFF2-40B4-BE49-F238E27FC236}">
                <a16:creationId xmlns:a16="http://schemas.microsoft.com/office/drawing/2014/main" id="{CA12B537-9E4F-4C2A-9148-702DABB50F37}"/>
              </a:ext>
            </a:extLst>
          </p:cNvPr>
          <p:cNvSpPr>
            <a:spLocks noGrp="1"/>
          </p:cNvSpPr>
          <p:nvPr>
            <p:ph type="ftr" sz="quarter" idx="3"/>
          </p:nvPr>
        </p:nvSpPr>
        <p:spPr bwMode="gray">
          <a:xfrm>
            <a:off x="7758000" y="4949372"/>
            <a:ext cx="1155600" cy="108000"/>
          </a:xfrm>
          <a:prstGeom prst="rect">
            <a:avLst/>
          </a:prstGeom>
        </p:spPr>
        <p:txBody>
          <a:bodyPr vert="horz" wrap="none" lIns="0" tIns="0" rIns="0" bIns="0" rtlCol="0" anchor="ctr"/>
          <a:lstStyle>
            <a:lvl1pPr algn="r">
              <a:defRPr sz="700">
                <a:solidFill>
                  <a:schemeClr val="tx1"/>
                </a:solidFill>
                <a:latin typeface="Tahoma" panose="020B0604030504040204" pitchFamily="34" charset="0"/>
                <a:cs typeface="Tahoma" panose="020B0604030504040204" pitchFamily="34" charset="0"/>
              </a:defRPr>
            </a:lvl1pPr>
          </a:lstStyle>
          <a:p>
            <a:r>
              <a:rPr lang="en-US" altLang="ja-JP">
                <a:ea typeface="Tahoma" panose="020B0604030504040204" pitchFamily="34" charset="0"/>
              </a:rPr>
              <a:t>© 2024 FNST</a:t>
            </a:r>
            <a:endParaRPr lang="de-DE" altLang="ja-JP">
              <a:ea typeface="Tahoma" panose="020B0604030504040204" pitchFamily="34" charset="0"/>
            </a:endParaRPr>
          </a:p>
        </p:txBody>
      </p:sp>
      <p:sp>
        <p:nvSpPr>
          <p:cNvPr id="8" name="Slide Number Placeholder 5">
            <a:extLst>
              <a:ext uri="{FF2B5EF4-FFF2-40B4-BE49-F238E27FC236}">
                <a16:creationId xmlns:a16="http://schemas.microsoft.com/office/drawing/2014/main" id="{7319B3E8-EF37-449F-AAF5-D3AFB9BF1416}"/>
              </a:ext>
            </a:extLst>
          </p:cNvPr>
          <p:cNvSpPr>
            <a:spLocks noGrp="1"/>
          </p:cNvSpPr>
          <p:nvPr>
            <p:ph type="sldNum" sz="quarter" idx="4"/>
          </p:nvPr>
        </p:nvSpPr>
        <p:spPr bwMode="gray">
          <a:xfrm>
            <a:off x="4302000" y="4942172"/>
            <a:ext cx="540000" cy="122400"/>
          </a:xfrm>
          <a:prstGeom prst="rect">
            <a:avLst/>
          </a:prstGeom>
        </p:spPr>
        <p:txBody>
          <a:bodyPr vert="horz" lIns="0" tIns="0" rIns="0" bIns="0" rtlCol="0" anchor="ctr"/>
          <a:lstStyle>
            <a:lvl1pPr algn="ctr">
              <a:defRPr sz="800">
                <a:solidFill>
                  <a:schemeClr val="tx1"/>
                </a:solidFill>
                <a:latin typeface="Meiryo UI" panose="020B0604030504040204" pitchFamily="50" charset="-128"/>
                <a:ea typeface="Meiryo UI" panose="020B0604030504040204" pitchFamily="50" charset="-128"/>
                <a:cs typeface="Tahoma" panose="020B060403050404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1181978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8" name="Footer Placeholder 4">
            <a:extLst>
              <a:ext uri="{FF2B5EF4-FFF2-40B4-BE49-F238E27FC236}">
                <a16:creationId xmlns:a16="http://schemas.microsoft.com/office/drawing/2014/main" id="{191669FD-C8B6-47B9-887C-01ABE2F32BBC}"/>
              </a:ext>
            </a:extLst>
          </p:cNvPr>
          <p:cNvSpPr>
            <a:spLocks noGrp="1"/>
          </p:cNvSpPr>
          <p:nvPr>
            <p:ph type="ftr" sz="quarter" idx="3"/>
          </p:nvPr>
        </p:nvSpPr>
        <p:spPr bwMode="gray">
          <a:xfrm>
            <a:off x="7758000" y="4949372"/>
            <a:ext cx="1155600" cy="108000"/>
          </a:xfrm>
          <a:prstGeom prst="rect">
            <a:avLst/>
          </a:prstGeom>
        </p:spPr>
        <p:txBody>
          <a:bodyPr vert="horz" wrap="none" lIns="0" tIns="0" rIns="0" bIns="0" rtlCol="0" anchor="ctr"/>
          <a:lstStyle>
            <a:lvl1pPr algn="r">
              <a:defRPr sz="700">
                <a:solidFill>
                  <a:schemeClr val="tx1"/>
                </a:solidFill>
                <a:latin typeface="Tahoma" panose="020B0604030504040204" pitchFamily="34" charset="0"/>
                <a:cs typeface="Tahoma" panose="020B0604030504040204" pitchFamily="34" charset="0"/>
              </a:defRPr>
            </a:lvl1pPr>
          </a:lstStyle>
          <a:p>
            <a:r>
              <a:rPr lang="en-US" altLang="ja-JP">
                <a:ea typeface="Tahoma" panose="020B0604030504040204" pitchFamily="34" charset="0"/>
              </a:rPr>
              <a:t>© 2024 FNST</a:t>
            </a:r>
            <a:endParaRPr lang="de-DE" altLang="ja-JP">
              <a:ea typeface="Tahoma" panose="020B0604030504040204" pitchFamily="34" charset="0"/>
            </a:endParaRPr>
          </a:p>
        </p:txBody>
      </p:sp>
      <p:sp>
        <p:nvSpPr>
          <p:cNvPr id="9" name="Slide Number Placeholder 5">
            <a:extLst>
              <a:ext uri="{FF2B5EF4-FFF2-40B4-BE49-F238E27FC236}">
                <a16:creationId xmlns:a16="http://schemas.microsoft.com/office/drawing/2014/main" id="{CB29E330-DE93-4C52-AC2B-5850FDB98445}"/>
              </a:ext>
            </a:extLst>
          </p:cNvPr>
          <p:cNvSpPr>
            <a:spLocks noGrp="1"/>
          </p:cNvSpPr>
          <p:nvPr>
            <p:ph type="sldNum" sz="quarter" idx="4"/>
          </p:nvPr>
        </p:nvSpPr>
        <p:spPr bwMode="gray">
          <a:xfrm>
            <a:off x="4302000" y="4942172"/>
            <a:ext cx="540000" cy="122400"/>
          </a:xfrm>
          <a:prstGeom prst="rect">
            <a:avLst/>
          </a:prstGeom>
        </p:spPr>
        <p:txBody>
          <a:bodyPr vert="horz" lIns="0" tIns="0" rIns="0" bIns="0" rtlCol="0" anchor="ctr"/>
          <a:lstStyle>
            <a:lvl1pPr algn="ctr">
              <a:defRPr sz="800">
                <a:solidFill>
                  <a:schemeClr val="tx1"/>
                </a:solidFill>
                <a:latin typeface="Meiryo UI" panose="020B0604030504040204" pitchFamily="50" charset="-128"/>
                <a:ea typeface="Meiryo UI" panose="020B0604030504040204" pitchFamily="50" charset="-128"/>
                <a:cs typeface="Tahoma" panose="020B060403050404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1506997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5" name="Footer Placeholder 4">
            <a:extLst>
              <a:ext uri="{FF2B5EF4-FFF2-40B4-BE49-F238E27FC236}">
                <a16:creationId xmlns:a16="http://schemas.microsoft.com/office/drawing/2014/main" id="{F217A5AA-09C9-491D-AB98-A8080FC3052F}"/>
              </a:ext>
            </a:extLst>
          </p:cNvPr>
          <p:cNvSpPr>
            <a:spLocks noGrp="1"/>
          </p:cNvSpPr>
          <p:nvPr>
            <p:ph type="ftr" sz="quarter" idx="3"/>
          </p:nvPr>
        </p:nvSpPr>
        <p:spPr bwMode="gray">
          <a:xfrm>
            <a:off x="7758000" y="4949372"/>
            <a:ext cx="1155600" cy="108000"/>
          </a:xfrm>
          <a:prstGeom prst="rect">
            <a:avLst/>
          </a:prstGeom>
        </p:spPr>
        <p:txBody>
          <a:bodyPr vert="horz" wrap="none" lIns="0" tIns="0" rIns="0" bIns="0" rtlCol="0" anchor="ctr"/>
          <a:lstStyle>
            <a:lvl1pPr algn="r">
              <a:defRPr sz="700">
                <a:solidFill>
                  <a:schemeClr val="tx1"/>
                </a:solidFill>
                <a:latin typeface="Tahoma" panose="020B0604030504040204" pitchFamily="34" charset="0"/>
                <a:cs typeface="Tahoma" panose="020B0604030504040204" pitchFamily="34" charset="0"/>
              </a:defRPr>
            </a:lvl1pPr>
          </a:lstStyle>
          <a:p>
            <a:r>
              <a:rPr lang="en-US" altLang="ja-JP">
                <a:ea typeface="Tahoma" panose="020B0604030504040204" pitchFamily="34" charset="0"/>
              </a:rPr>
              <a:t>© 2024 FNST</a:t>
            </a:r>
            <a:endParaRPr lang="de-DE" altLang="ja-JP">
              <a:ea typeface="Tahoma" panose="020B0604030504040204" pitchFamily="34" charset="0"/>
            </a:endParaRPr>
          </a:p>
        </p:txBody>
      </p:sp>
      <p:sp>
        <p:nvSpPr>
          <p:cNvPr id="8" name="Slide Number Placeholder 5">
            <a:extLst>
              <a:ext uri="{FF2B5EF4-FFF2-40B4-BE49-F238E27FC236}">
                <a16:creationId xmlns:a16="http://schemas.microsoft.com/office/drawing/2014/main" id="{6864CF6A-B958-4651-974C-D07D16D4FE19}"/>
              </a:ext>
            </a:extLst>
          </p:cNvPr>
          <p:cNvSpPr>
            <a:spLocks noGrp="1"/>
          </p:cNvSpPr>
          <p:nvPr>
            <p:ph type="sldNum" sz="quarter" idx="4"/>
          </p:nvPr>
        </p:nvSpPr>
        <p:spPr bwMode="gray">
          <a:xfrm>
            <a:off x="4302000" y="4942172"/>
            <a:ext cx="540000" cy="122400"/>
          </a:xfrm>
          <a:prstGeom prst="rect">
            <a:avLst/>
          </a:prstGeom>
        </p:spPr>
        <p:txBody>
          <a:bodyPr vert="horz" lIns="0" tIns="0" rIns="0" bIns="0" rtlCol="0" anchor="ctr"/>
          <a:lstStyle>
            <a:lvl1pPr algn="ctr">
              <a:defRPr sz="800">
                <a:solidFill>
                  <a:schemeClr val="tx1"/>
                </a:solidFill>
                <a:latin typeface="Meiryo UI" panose="020B0604030504040204" pitchFamily="50" charset="-128"/>
                <a:ea typeface="Meiryo UI" panose="020B0604030504040204" pitchFamily="50" charset="-128"/>
                <a:cs typeface="Tahoma" panose="020B060403050404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2334677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BC69335-2DC7-4BE9-B3C4-6BB3F4B5BB5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73384" y="0"/>
            <a:ext cx="4570616"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04888" y="1298597"/>
            <a:ext cx="3275999" cy="2545521"/>
          </a:xfrm>
          <a:prstGeom prst="rect">
            <a:avLst/>
          </a:prstGeom>
        </p:spPr>
      </p:pic>
      <p:sp>
        <p:nvSpPr>
          <p:cNvPr id="30" name="テキスト ボックス 29">
            <a:extLst>
              <a:ext uri="{FF2B5EF4-FFF2-40B4-BE49-F238E27FC236}">
                <a16:creationId xmlns:a16="http://schemas.microsoft.com/office/drawing/2014/main" id="{8613DED7-82D0-49B9-8E63-BB17EBF8CE0D}"/>
              </a:ext>
            </a:extLst>
          </p:cNvPr>
          <p:cNvSpPr txBox="1"/>
          <p:nvPr userDrawn="1"/>
        </p:nvSpPr>
        <p:spPr>
          <a:xfrm>
            <a:off x="129600" y="2008800"/>
            <a:ext cx="2876108" cy="738000"/>
          </a:xfrm>
          <a:prstGeom prst="rect">
            <a:avLst/>
          </a:prstGeom>
          <a:noFill/>
        </p:spPr>
        <p:txBody>
          <a:bodyPr wrap="none" rtlCol="0">
            <a:spAutoFit/>
          </a:bodyPr>
          <a:lstStyle/>
          <a:p>
            <a:r>
              <a:rPr kumimoji="1" lang="en-US" altLang="ja-JP" sz="4200" b="1"/>
              <a:t>Thank you</a:t>
            </a:r>
            <a:endParaRPr kumimoji="1" lang="ja-JP" altLang="en-US" sz="4200" b="1"/>
          </a:p>
        </p:txBody>
      </p:sp>
      <p:grpSp>
        <p:nvGrpSpPr>
          <p:cNvPr id="19" name="Group 22" descr="Fujitsu">
            <a:extLst>
              <a:ext uri="{FF2B5EF4-FFF2-40B4-BE49-F238E27FC236}">
                <a16:creationId xmlns:a16="http://schemas.microsoft.com/office/drawing/2014/main" id="{30D807CB-9C19-40CB-9ADA-F5FD76695222}"/>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8877A15F-B670-4519-AB23-C001B82B9FB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DA8B768A-A97D-490B-93AE-5E275BCA698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6">
              <a:extLst>
                <a:ext uri="{FF2B5EF4-FFF2-40B4-BE49-F238E27FC236}">
                  <a16:creationId xmlns:a16="http://schemas.microsoft.com/office/drawing/2014/main" id="{4B37A482-6532-4170-98AF-22DF8FB9C97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7">
              <a:extLst>
                <a:ext uri="{FF2B5EF4-FFF2-40B4-BE49-F238E27FC236}">
                  <a16:creationId xmlns:a16="http://schemas.microsoft.com/office/drawing/2014/main" id="{30D79590-2C60-41D2-B7FF-F45AC7FE2B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8">
              <a:extLst>
                <a:ext uri="{FF2B5EF4-FFF2-40B4-BE49-F238E27FC236}">
                  <a16:creationId xmlns:a16="http://schemas.microsoft.com/office/drawing/2014/main" id="{0142B91E-6DB6-4543-AD78-EB25DDD078A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9">
              <a:extLst>
                <a:ext uri="{FF2B5EF4-FFF2-40B4-BE49-F238E27FC236}">
                  <a16:creationId xmlns:a16="http://schemas.microsoft.com/office/drawing/2014/main" id="{60628E7A-A810-4212-B4B2-7491E343EAE6}"/>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40">
              <a:extLst>
                <a:ext uri="{FF2B5EF4-FFF2-40B4-BE49-F238E27FC236}">
                  <a16:creationId xmlns:a16="http://schemas.microsoft.com/office/drawing/2014/main" id="{FF33B481-F09E-41F9-A16D-ABCE1EFBE5F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1">
              <a:extLst>
                <a:ext uri="{FF2B5EF4-FFF2-40B4-BE49-F238E27FC236}">
                  <a16:creationId xmlns:a16="http://schemas.microsoft.com/office/drawing/2014/main" id="{7E5FB21F-1485-49A3-BE1D-880B4556A005}"/>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1735700369"/>
      </p:ext>
    </p:extLst>
  </p:cSld>
  <p:clrMapOvr>
    <a:masterClrMapping/>
  </p:clrMapOvr>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2_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59EA2C5-E74C-467E-A31E-22534610D3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1333" y="0"/>
            <a:ext cx="2542667"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62716" y="1350838"/>
            <a:ext cx="3142800"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grpSp>
        <p:nvGrpSpPr>
          <p:cNvPr id="23" name="Group 22" descr="Fujitsu">
            <a:extLst>
              <a:ext uri="{FF2B5EF4-FFF2-40B4-BE49-F238E27FC236}">
                <a16:creationId xmlns:a16="http://schemas.microsoft.com/office/drawing/2014/main" id="{EA0FA9AC-AC26-48E3-BF47-91D55901E917}"/>
              </a:ext>
            </a:extLst>
          </p:cNvPr>
          <p:cNvGrpSpPr>
            <a:grpSpLocks noChangeAspect="1"/>
          </p:cNvGrpSpPr>
          <p:nvPr userDrawn="1"/>
        </p:nvGrpSpPr>
        <p:grpSpPr>
          <a:xfrm>
            <a:off x="7940675" y="242808"/>
            <a:ext cx="968769" cy="472173"/>
            <a:chOff x="8012114" y="249161"/>
            <a:chExt cx="892174" cy="434841"/>
          </a:xfrm>
        </p:grpSpPr>
        <p:sp>
          <p:nvSpPr>
            <p:cNvPr id="24" name="Freeform 34">
              <a:extLst>
                <a:ext uri="{FF2B5EF4-FFF2-40B4-BE49-F238E27FC236}">
                  <a16:creationId xmlns:a16="http://schemas.microsoft.com/office/drawing/2014/main" id="{6DD794C0-B5B1-4749-93AE-C0B3DA7765D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5">
              <a:extLst>
                <a:ext uri="{FF2B5EF4-FFF2-40B4-BE49-F238E27FC236}">
                  <a16:creationId xmlns:a16="http://schemas.microsoft.com/office/drawing/2014/main" id="{C8AFA1DF-E2AD-431B-9A71-F99A68BFE07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6">
              <a:extLst>
                <a:ext uri="{FF2B5EF4-FFF2-40B4-BE49-F238E27FC236}">
                  <a16:creationId xmlns:a16="http://schemas.microsoft.com/office/drawing/2014/main" id="{DCCF753C-FF99-4C0C-94D0-F2FE9DC1EC9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7">
              <a:extLst>
                <a:ext uri="{FF2B5EF4-FFF2-40B4-BE49-F238E27FC236}">
                  <a16:creationId xmlns:a16="http://schemas.microsoft.com/office/drawing/2014/main" id="{BB8A9FF0-74AF-4BF0-B63E-8CF3120C9676}"/>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8">
              <a:extLst>
                <a:ext uri="{FF2B5EF4-FFF2-40B4-BE49-F238E27FC236}">
                  <a16:creationId xmlns:a16="http://schemas.microsoft.com/office/drawing/2014/main" id="{3EFD3576-7BB3-4739-A24F-50250CAEBEE9}"/>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9">
              <a:extLst>
                <a:ext uri="{FF2B5EF4-FFF2-40B4-BE49-F238E27FC236}">
                  <a16:creationId xmlns:a16="http://schemas.microsoft.com/office/drawing/2014/main" id="{FC6758ED-3FB6-42D3-9F56-BDE1752E62A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0">
              <a:extLst>
                <a:ext uri="{FF2B5EF4-FFF2-40B4-BE49-F238E27FC236}">
                  <a16:creationId xmlns:a16="http://schemas.microsoft.com/office/drawing/2014/main" id="{1A0FF2C9-FB26-4EE6-9744-A33823AB18C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1">
              <a:extLst>
                <a:ext uri="{FF2B5EF4-FFF2-40B4-BE49-F238E27FC236}">
                  <a16:creationId xmlns:a16="http://schemas.microsoft.com/office/drawing/2014/main" id="{3652132C-1D36-46D8-B40D-EFABBC1421B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Tree>
    <p:extLst>
      <p:ext uri="{BB962C8B-B14F-4D97-AF65-F5344CB8AC3E}">
        <p14:creationId xmlns:p14="http://schemas.microsoft.com/office/powerpoint/2010/main" val="11511026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2_Section dividers">
    <p:spTree>
      <p:nvGrpSpPr>
        <p:cNvPr id="1" name=""/>
        <p:cNvGrpSpPr/>
        <p:nvPr/>
      </p:nvGrpSpPr>
      <p:grpSpPr>
        <a:xfrm>
          <a:off x="0" y="0"/>
          <a:ext cx="0" cy="0"/>
          <a:chOff x="0" y="0"/>
          <a:chExt cx="0" cy="0"/>
        </a:xfrm>
      </p:grpSpPr>
      <p:pic>
        <p:nvPicPr>
          <p:cNvPr id="16" name="図 16">
            <a:extLst>
              <a:ext uri="{FF2B5EF4-FFF2-40B4-BE49-F238E27FC236}">
                <a16:creationId xmlns:a16="http://schemas.microsoft.com/office/drawing/2014/main" id="{DD823FC4-0E59-43A1-8BCD-EBD727ED30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grpSp>
        <p:nvGrpSpPr>
          <p:cNvPr id="20" name="Group 22" descr="Fujitsu">
            <a:extLst>
              <a:ext uri="{FF2B5EF4-FFF2-40B4-BE49-F238E27FC236}">
                <a16:creationId xmlns:a16="http://schemas.microsoft.com/office/drawing/2014/main" id="{DDC40295-912F-4B75-825E-6A19D918735E}"/>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58651FFA-FC3B-4BF1-AE37-56C9BAC03808}"/>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F38D1057-B75F-4A54-AF90-A8D57DDB5EA3}"/>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6">
              <a:extLst>
                <a:ext uri="{FF2B5EF4-FFF2-40B4-BE49-F238E27FC236}">
                  <a16:creationId xmlns:a16="http://schemas.microsoft.com/office/drawing/2014/main" id="{0FA8FF41-1874-4F27-9ACB-8F9DD0AC90F7}"/>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7">
              <a:extLst>
                <a:ext uri="{FF2B5EF4-FFF2-40B4-BE49-F238E27FC236}">
                  <a16:creationId xmlns:a16="http://schemas.microsoft.com/office/drawing/2014/main" id="{50E67408-B338-4449-B662-76E98D8E5C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38">
              <a:extLst>
                <a:ext uri="{FF2B5EF4-FFF2-40B4-BE49-F238E27FC236}">
                  <a16:creationId xmlns:a16="http://schemas.microsoft.com/office/drawing/2014/main" id="{4AC7696B-9860-489B-BE9B-00D46469390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39">
              <a:extLst>
                <a:ext uri="{FF2B5EF4-FFF2-40B4-BE49-F238E27FC236}">
                  <a16:creationId xmlns:a16="http://schemas.microsoft.com/office/drawing/2014/main" id="{CDE404E4-3DFC-433A-8E05-E73F0F493EE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7" name="Freeform 40">
              <a:extLst>
                <a:ext uri="{FF2B5EF4-FFF2-40B4-BE49-F238E27FC236}">
                  <a16:creationId xmlns:a16="http://schemas.microsoft.com/office/drawing/2014/main" id="{606859B5-A1E4-47EF-9016-922C15E0DCD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8" name="Freeform 41">
              <a:extLst>
                <a:ext uri="{FF2B5EF4-FFF2-40B4-BE49-F238E27FC236}">
                  <a16:creationId xmlns:a16="http://schemas.microsoft.com/office/drawing/2014/main" id="{9916EAC5-51B3-4315-A6F9-67FA3906E9D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7" name="図 16" descr="FUJITSU-RESTRICTED">
            <a:extLst>
              <a:ext uri="{FF2B5EF4-FFF2-40B4-BE49-F238E27FC236}">
                <a16:creationId xmlns:a16="http://schemas.microsoft.com/office/drawing/2014/main" id="{7BD911DE-3CE6-43CB-9C33-77144F07C90D}"/>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307068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2_Text 1 column">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89BCF4E4-3C74-450E-8099-31270B2DA909}"/>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8" name="正方形/長方形 3">
            <a:extLst>
              <a:ext uri="{FF2B5EF4-FFF2-40B4-BE49-F238E27FC236}">
                <a16:creationId xmlns:a16="http://schemas.microsoft.com/office/drawing/2014/main" id="{A18AD8E3-67F3-4EEF-A89D-D2D9DDC76A9A}"/>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9" name="Group 27" descr="Fujitsu">
            <a:extLst>
              <a:ext uri="{FF2B5EF4-FFF2-40B4-BE49-F238E27FC236}">
                <a16:creationId xmlns:a16="http://schemas.microsoft.com/office/drawing/2014/main" id="{F6A985DB-A43C-449E-92E4-AC85650F4B12}"/>
              </a:ext>
            </a:extLst>
          </p:cNvPr>
          <p:cNvGrpSpPr/>
          <p:nvPr userDrawn="1"/>
        </p:nvGrpSpPr>
        <p:grpSpPr bwMode="gray">
          <a:xfrm>
            <a:off x="8169274" y="180891"/>
            <a:ext cx="741363" cy="361336"/>
            <a:chOff x="8012114" y="249161"/>
            <a:chExt cx="892174" cy="434841"/>
          </a:xfrm>
        </p:grpSpPr>
        <p:sp>
          <p:nvSpPr>
            <p:cNvPr id="10" name="Freeform 34">
              <a:extLst>
                <a:ext uri="{FF2B5EF4-FFF2-40B4-BE49-F238E27FC236}">
                  <a16:creationId xmlns:a16="http://schemas.microsoft.com/office/drawing/2014/main" id="{E30B4779-A3B5-4D74-8009-A2D5C2FC66B9}"/>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1" name="Freeform 35">
              <a:extLst>
                <a:ext uri="{FF2B5EF4-FFF2-40B4-BE49-F238E27FC236}">
                  <a16:creationId xmlns:a16="http://schemas.microsoft.com/office/drawing/2014/main" id="{8552AB0B-407F-4749-9B7A-89533F2A0AA2}"/>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6">
              <a:extLst>
                <a:ext uri="{FF2B5EF4-FFF2-40B4-BE49-F238E27FC236}">
                  <a16:creationId xmlns:a16="http://schemas.microsoft.com/office/drawing/2014/main" id="{297E4DC5-B97D-4CA2-86CE-DC8D18C51779}"/>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7">
              <a:extLst>
                <a:ext uri="{FF2B5EF4-FFF2-40B4-BE49-F238E27FC236}">
                  <a16:creationId xmlns:a16="http://schemas.microsoft.com/office/drawing/2014/main" id="{9E436A0E-7365-403A-AEA4-52FCC1E85F3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8">
              <a:extLst>
                <a:ext uri="{FF2B5EF4-FFF2-40B4-BE49-F238E27FC236}">
                  <a16:creationId xmlns:a16="http://schemas.microsoft.com/office/drawing/2014/main" id="{43514F25-1235-43ED-85B4-A51E1369BA7E}"/>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9">
              <a:extLst>
                <a:ext uri="{FF2B5EF4-FFF2-40B4-BE49-F238E27FC236}">
                  <a16:creationId xmlns:a16="http://schemas.microsoft.com/office/drawing/2014/main" id="{733064E7-28BE-4572-ADB3-4A59CD14A85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40">
              <a:extLst>
                <a:ext uri="{FF2B5EF4-FFF2-40B4-BE49-F238E27FC236}">
                  <a16:creationId xmlns:a16="http://schemas.microsoft.com/office/drawing/2014/main" id="{F78C51C2-4EA0-4BCB-8407-E37ABAE4C643}"/>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1">
              <a:extLst>
                <a:ext uri="{FF2B5EF4-FFF2-40B4-BE49-F238E27FC236}">
                  <a16:creationId xmlns:a16="http://schemas.microsoft.com/office/drawing/2014/main" id="{7B8B6014-33A7-4DDE-AAEF-E2D93078A11C}"/>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11"/>
          </p:nvPr>
        </p:nvSpPr>
        <p:spPr/>
        <p:txBody>
          <a:body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03559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2_Text 2 columns">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2441A644-A700-4184-97DC-9FC4C04CBE6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9" name="正方形/長方形 3">
            <a:extLst>
              <a:ext uri="{FF2B5EF4-FFF2-40B4-BE49-F238E27FC236}">
                <a16:creationId xmlns:a16="http://schemas.microsoft.com/office/drawing/2014/main" id="{8EED4DAD-D281-49EF-A583-C68D2D695A5B}"/>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10" name="Group 27" descr="Fujitsu">
            <a:extLst>
              <a:ext uri="{FF2B5EF4-FFF2-40B4-BE49-F238E27FC236}">
                <a16:creationId xmlns:a16="http://schemas.microsoft.com/office/drawing/2014/main" id="{16C8EEB4-04BE-4C65-B63E-2DFB14F667B3}"/>
              </a:ext>
            </a:extLst>
          </p:cNvPr>
          <p:cNvGrpSpPr/>
          <p:nvPr userDrawn="1"/>
        </p:nvGrpSpPr>
        <p:grpSpPr bwMode="gray">
          <a:xfrm>
            <a:off x="8169274" y="180891"/>
            <a:ext cx="741363" cy="361336"/>
            <a:chOff x="8012114" y="249161"/>
            <a:chExt cx="892174" cy="434841"/>
          </a:xfrm>
        </p:grpSpPr>
        <p:sp>
          <p:nvSpPr>
            <p:cNvPr id="11" name="Freeform 34">
              <a:extLst>
                <a:ext uri="{FF2B5EF4-FFF2-40B4-BE49-F238E27FC236}">
                  <a16:creationId xmlns:a16="http://schemas.microsoft.com/office/drawing/2014/main" id="{6BCC911C-5737-4A6F-AB6E-10C2EEB017B2}"/>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5">
              <a:extLst>
                <a:ext uri="{FF2B5EF4-FFF2-40B4-BE49-F238E27FC236}">
                  <a16:creationId xmlns:a16="http://schemas.microsoft.com/office/drawing/2014/main" id="{5FA888EC-467D-4EF9-B790-FA3D74C9681A}"/>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6">
              <a:extLst>
                <a:ext uri="{FF2B5EF4-FFF2-40B4-BE49-F238E27FC236}">
                  <a16:creationId xmlns:a16="http://schemas.microsoft.com/office/drawing/2014/main" id="{33601213-0144-4381-B7BB-6887A882189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7">
              <a:extLst>
                <a:ext uri="{FF2B5EF4-FFF2-40B4-BE49-F238E27FC236}">
                  <a16:creationId xmlns:a16="http://schemas.microsoft.com/office/drawing/2014/main" id="{8297C13B-85EB-4919-BFAC-E8AB5FA8E39A}"/>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8">
              <a:extLst>
                <a:ext uri="{FF2B5EF4-FFF2-40B4-BE49-F238E27FC236}">
                  <a16:creationId xmlns:a16="http://schemas.microsoft.com/office/drawing/2014/main" id="{32D3B99A-F94B-4436-90C2-C7D9AA320DD6}"/>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9">
              <a:extLst>
                <a:ext uri="{FF2B5EF4-FFF2-40B4-BE49-F238E27FC236}">
                  <a16:creationId xmlns:a16="http://schemas.microsoft.com/office/drawing/2014/main" id="{9607CEA3-43C8-4C4E-8B31-72925962195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0">
              <a:extLst>
                <a:ext uri="{FF2B5EF4-FFF2-40B4-BE49-F238E27FC236}">
                  <a16:creationId xmlns:a16="http://schemas.microsoft.com/office/drawing/2014/main" id="{45116620-D751-420E-B69D-439ACD15910F}"/>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41">
              <a:extLst>
                <a:ext uri="{FF2B5EF4-FFF2-40B4-BE49-F238E27FC236}">
                  <a16:creationId xmlns:a16="http://schemas.microsoft.com/office/drawing/2014/main" id="{A314A501-89B8-4881-8CC8-E6962055EF5C}"/>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03951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92F97BAB-B775-4464-9785-BE1B8AF21025}"/>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8" name="正方形/長方形 3">
            <a:extLst>
              <a:ext uri="{FF2B5EF4-FFF2-40B4-BE49-F238E27FC236}">
                <a16:creationId xmlns:a16="http://schemas.microsoft.com/office/drawing/2014/main" id="{9A8EDC47-7439-4343-AE5D-88B94370633C}"/>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9" name="Group 27" descr="Fujitsu">
            <a:extLst>
              <a:ext uri="{FF2B5EF4-FFF2-40B4-BE49-F238E27FC236}">
                <a16:creationId xmlns:a16="http://schemas.microsoft.com/office/drawing/2014/main" id="{1F27694B-495C-4964-A50A-B3F92F33C1EB}"/>
              </a:ext>
            </a:extLst>
          </p:cNvPr>
          <p:cNvGrpSpPr/>
          <p:nvPr userDrawn="1"/>
        </p:nvGrpSpPr>
        <p:grpSpPr bwMode="gray">
          <a:xfrm>
            <a:off x="8169274" y="180891"/>
            <a:ext cx="741363" cy="361336"/>
            <a:chOff x="8012114" y="249161"/>
            <a:chExt cx="892174" cy="434841"/>
          </a:xfrm>
        </p:grpSpPr>
        <p:sp>
          <p:nvSpPr>
            <p:cNvPr id="10" name="Freeform 34">
              <a:extLst>
                <a:ext uri="{FF2B5EF4-FFF2-40B4-BE49-F238E27FC236}">
                  <a16:creationId xmlns:a16="http://schemas.microsoft.com/office/drawing/2014/main" id="{709E8F03-44A3-4963-8C58-E1E2FA5EB6A4}"/>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1" name="Freeform 35">
              <a:extLst>
                <a:ext uri="{FF2B5EF4-FFF2-40B4-BE49-F238E27FC236}">
                  <a16:creationId xmlns:a16="http://schemas.microsoft.com/office/drawing/2014/main" id="{2BF9DD63-5131-40FE-9ABB-B27A4692BE49}"/>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6">
              <a:extLst>
                <a:ext uri="{FF2B5EF4-FFF2-40B4-BE49-F238E27FC236}">
                  <a16:creationId xmlns:a16="http://schemas.microsoft.com/office/drawing/2014/main" id="{9B1FFF30-C915-45CB-9880-FFC400653B11}"/>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7">
              <a:extLst>
                <a:ext uri="{FF2B5EF4-FFF2-40B4-BE49-F238E27FC236}">
                  <a16:creationId xmlns:a16="http://schemas.microsoft.com/office/drawing/2014/main" id="{4B557FAA-022E-4EDB-A76E-6C9085E1381B}"/>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8">
              <a:extLst>
                <a:ext uri="{FF2B5EF4-FFF2-40B4-BE49-F238E27FC236}">
                  <a16:creationId xmlns:a16="http://schemas.microsoft.com/office/drawing/2014/main" id="{55C1851E-C8E4-41CC-ABC1-6D30DB001380}"/>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9">
              <a:extLst>
                <a:ext uri="{FF2B5EF4-FFF2-40B4-BE49-F238E27FC236}">
                  <a16:creationId xmlns:a16="http://schemas.microsoft.com/office/drawing/2014/main" id="{AA9F4204-4A8A-42B6-86E9-0618E0796EC4}"/>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40">
              <a:extLst>
                <a:ext uri="{FF2B5EF4-FFF2-40B4-BE49-F238E27FC236}">
                  <a16:creationId xmlns:a16="http://schemas.microsoft.com/office/drawing/2014/main" id="{CD3768D6-2335-4AC8-BA53-B477D6DF82F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1">
              <a:extLst>
                <a:ext uri="{FF2B5EF4-FFF2-40B4-BE49-F238E27FC236}">
                  <a16:creationId xmlns:a16="http://schemas.microsoft.com/office/drawing/2014/main" id="{7AA9170C-901A-4F77-9D15-8FF4217B76A1}"/>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 name="Title 1"/>
          <p:cNvSpPr>
            <a:spLocks noGrp="1"/>
          </p:cNvSpPr>
          <p:nvPr>
            <p:ph type="title"/>
          </p:nvPr>
        </p:nvSpPr>
        <p:spPr/>
        <p:txBody>
          <a:bodyPr/>
          <a:lstStyle/>
          <a:p>
            <a:r>
              <a:rPr lang="ja-JP" altLang="en-US"/>
              <a:t>マスター タイトルの書式設定</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66134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23CC6D9-6EFF-494A-BF84-DA0874602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73384" y="0"/>
            <a:ext cx="4570616"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04888" y="1298597"/>
            <a:ext cx="3276000" cy="2545521"/>
          </a:xfrm>
          <a:prstGeom prst="rect">
            <a:avLst/>
          </a:prstGeom>
        </p:spPr>
      </p:pic>
      <p:grpSp>
        <p:nvGrpSpPr>
          <p:cNvPr id="19" name="Group 22" descr="Fujitsu">
            <a:extLst>
              <a:ext uri="{FF2B5EF4-FFF2-40B4-BE49-F238E27FC236}">
                <a16:creationId xmlns:a16="http://schemas.microsoft.com/office/drawing/2014/main" id="{30D807CB-9C19-40CB-9ADA-F5FD76695222}"/>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8877A15F-B670-4519-AB23-C001B82B9FB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DA8B768A-A97D-490B-93AE-5E275BCA698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6">
              <a:extLst>
                <a:ext uri="{FF2B5EF4-FFF2-40B4-BE49-F238E27FC236}">
                  <a16:creationId xmlns:a16="http://schemas.microsoft.com/office/drawing/2014/main" id="{4B37A482-6532-4170-98AF-22DF8FB9C97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7">
              <a:extLst>
                <a:ext uri="{FF2B5EF4-FFF2-40B4-BE49-F238E27FC236}">
                  <a16:creationId xmlns:a16="http://schemas.microsoft.com/office/drawing/2014/main" id="{30D79590-2C60-41D2-B7FF-F45AC7FE2B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8">
              <a:extLst>
                <a:ext uri="{FF2B5EF4-FFF2-40B4-BE49-F238E27FC236}">
                  <a16:creationId xmlns:a16="http://schemas.microsoft.com/office/drawing/2014/main" id="{0142B91E-6DB6-4543-AD78-EB25DDD078A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9">
              <a:extLst>
                <a:ext uri="{FF2B5EF4-FFF2-40B4-BE49-F238E27FC236}">
                  <a16:creationId xmlns:a16="http://schemas.microsoft.com/office/drawing/2014/main" id="{60628E7A-A810-4212-B4B2-7491E343EAE6}"/>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40">
              <a:extLst>
                <a:ext uri="{FF2B5EF4-FFF2-40B4-BE49-F238E27FC236}">
                  <a16:creationId xmlns:a16="http://schemas.microsoft.com/office/drawing/2014/main" id="{FF33B481-F09E-41F9-A16D-ABCE1EFBE5F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1">
              <a:extLst>
                <a:ext uri="{FF2B5EF4-FFF2-40B4-BE49-F238E27FC236}">
                  <a16:creationId xmlns:a16="http://schemas.microsoft.com/office/drawing/2014/main" id="{7E5FB21F-1485-49A3-BE1D-880B4556A005}"/>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0" name="テキスト ボックス 29">
            <a:extLst>
              <a:ext uri="{FF2B5EF4-FFF2-40B4-BE49-F238E27FC236}">
                <a16:creationId xmlns:a16="http://schemas.microsoft.com/office/drawing/2014/main" id="{8613DED7-82D0-49B9-8E63-BB17EBF8CE0D}"/>
              </a:ext>
            </a:extLst>
          </p:cNvPr>
          <p:cNvSpPr txBox="1"/>
          <p:nvPr userDrawn="1"/>
        </p:nvSpPr>
        <p:spPr>
          <a:xfrm>
            <a:off x="129600" y="2008800"/>
            <a:ext cx="2876108" cy="738000"/>
          </a:xfrm>
          <a:prstGeom prst="rect">
            <a:avLst/>
          </a:prstGeom>
          <a:noFill/>
        </p:spPr>
        <p:txBody>
          <a:bodyPr wrap="none" rtlCol="0">
            <a:spAutoFit/>
          </a:bodyPr>
          <a:lstStyle/>
          <a:p>
            <a:r>
              <a:rPr kumimoji="1" lang="en-US" altLang="ja-JP" sz="4200" b="1"/>
              <a:t>Thank you</a:t>
            </a:r>
            <a:endParaRPr kumimoji="1" lang="ja-JP" altLang="en-US" sz="4200" b="1"/>
          </a:p>
        </p:txBody>
      </p:sp>
    </p:spTree>
    <p:extLst>
      <p:ext uri="{BB962C8B-B14F-4D97-AF65-F5344CB8AC3E}">
        <p14:creationId xmlns:p14="http://schemas.microsoft.com/office/powerpoint/2010/main" val="3023205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19D25779-D7C4-4143-A45C-C33C6C23A7FA}"/>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599234" y="0"/>
            <a:ext cx="2544766" cy="5143500"/>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62717" y="1350838"/>
            <a:ext cx="3142798"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grpSp>
        <p:nvGrpSpPr>
          <p:cNvPr id="23" name="Group 22" descr="Fujitsu">
            <a:extLst>
              <a:ext uri="{FF2B5EF4-FFF2-40B4-BE49-F238E27FC236}">
                <a16:creationId xmlns:a16="http://schemas.microsoft.com/office/drawing/2014/main" id="{EA0FA9AC-AC26-48E3-BF47-91D55901E917}"/>
              </a:ext>
            </a:extLst>
          </p:cNvPr>
          <p:cNvGrpSpPr>
            <a:grpSpLocks noChangeAspect="1"/>
          </p:cNvGrpSpPr>
          <p:nvPr userDrawn="1"/>
        </p:nvGrpSpPr>
        <p:grpSpPr>
          <a:xfrm>
            <a:off x="7940675" y="242808"/>
            <a:ext cx="968769" cy="472173"/>
            <a:chOff x="8012114" y="249161"/>
            <a:chExt cx="892174" cy="434841"/>
          </a:xfrm>
        </p:grpSpPr>
        <p:sp>
          <p:nvSpPr>
            <p:cNvPr id="24" name="Freeform 34">
              <a:extLst>
                <a:ext uri="{FF2B5EF4-FFF2-40B4-BE49-F238E27FC236}">
                  <a16:creationId xmlns:a16="http://schemas.microsoft.com/office/drawing/2014/main" id="{6DD794C0-B5B1-4749-93AE-C0B3DA7765D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5">
              <a:extLst>
                <a:ext uri="{FF2B5EF4-FFF2-40B4-BE49-F238E27FC236}">
                  <a16:creationId xmlns:a16="http://schemas.microsoft.com/office/drawing/2014/main" id="{C8AFA1DF-E2AD-431B-9A71-F99A68BFE07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6">
              <a:extLst>
                <a:ext uri="{FF2B5EF4-FFF2-40B4-BE49-F238E27FC236}">
                  <a16:creationId xmlns:a16="http://schemas.microsoft.com/office/drawing/2014/main" id="{DCCF753C-FF99-4C0C-94D0-F2FE9DC1EC9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7">
              <a:extLst>
                <a:ext uri="{FF2B5EF4-FFF2-40B4-BE49-F238E27FC236}">
                  <a16:creationId xmlns:a16="http://schemas.microsoft.com/office/drawing/2014/main" id="{BB8A9FF0-74AF-4BF0-B63E-8CF3120C9676}"/>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8">
              <a:extLst>
                <a:ext uri="{FF2B5EF4-FFF2-40B4-BE49-F238E27FC236}">
                  <a16:creationId xmlns:a16="http://schemas.microsoft.com/office/drawing/2014/main" id="{3EFD3576-7BB3-4739-A24F-50250CAEBEE9}"/>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9">
              <a:extLst>
                <a:ext uri="{FF2B5EF4-FFF2-40B4-BE49-F238E27FC236}">
                  <a16:creationId xmlns:a16="http://schemas.microsoft.com/office/drawing/2014/main" id="{FC6758ED-3FB6-42D3-9F56-BDE1752E62A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0">
              <a:extLst>
                <a:ext uri="{FF2B5EF4-FFF2-40B4-BE49-F238E27FC236}">
                  <a16:creationId xmlns:a16="http://schemas.microsoft.com/office/drawing/2014/main" id="{1A0FF2C9-FB26-4EE6-9744-A33823AB18C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1">
              <a:extLst>
                <a:ext uri="{FF2B5EF4-FFF2-40B4-BE49-F238E27FC236}">
                  <a16:creationId xmlns:a16="http://schemas.microsoft.com/office/drawing/2014/main" id="{3652132C-1D36-46D8-B40D-EFABBC1421B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Tree>
    <p:extLst>
      <p:ext uri="{BB962C8B-B14F-4D97-AF65-F5344CB8AC3E}">
        <p14:creationId xmlns:p14="http://schemas.microsoft.com/office/powerpoint/2010/main" val="24486356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1_Section dividers">
    <p:spTree>
      <p:nvGrpSpPr>
        <p:cNvPr id="1" name=""/>
        <p:cNvGrpSpPr/>
        <p:nvPr/>
      </p:nvGrpSpPr>
      <p:grpSpPr>
        <a:xfrm>
          <a:off x="0" y="0"/>
          <a:ext cx="0" cy="0"/>
          <a:chOff x="0" y="0"/>
          <a:chExt cx="0" cy="0"/>
        </a:xfrm>
      </p:grpSpPr>
      <p:pic>
        <p:nvPicPr>
          <p:cNvPr id="19" name="図 16">
            <a:extLst>
              <a:ext uri="{FF2B5EF4-FFF2-40B4-BE49-F238E27FC236}">
                <a16:creationId xmlns:a16="http://schemas.microsoft.com/office/drawing/2014/main" id="{B6BEA493-F0D5-40FB-A9DB-1AAB035EDFD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18" name="正方形/長方形 17">
            <a:extLst>
              <a:ext uri="{FF2B5EF4-FFF2-40B4-BE49-F238E27FC236}">
                <a16:creationId xmlns:a16="http://schemas.microsoft.com/office/drawing/2014/main" id="{AD032F89-66EF-41E5-9E5F-9C8ED1F638EC}"/>
              </a:ext>
            </a:extLst>
          </p:cNvPr>
          <p:cNvSpPr/>
          <p:nvPr userDrawn="1"/>
        </p:nvSpPr>
        <p:spPr>
          <a:xfrm>
            <a:off x="6188926" y="0"/>
            <a:ext cx="2955073" cy="5144400"/>
          </a:xfrm>
          <a:prstGeom prst="rect">
            <a:avLst/>
          </a:prstGeom>
          <a:gradFill flip="none" rotWithShape="1">
            <a:gsLst>
              <a:gs pos="0">
                <a:schemeClr val="accent6">
                  <a:alpha val="8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err="1">
              <a:solidFill>
                <a:schemeClr val="tx1"/>
              </a:solidFill>
            </a:endParaRPr>
          </a:p>
        </p:txBody>
      </p:sp>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grpSp>
        <p:nvGrpSpPr>
          <p:cNvPr id="20" name="Group 22" descr="Fujitsu">
            <a:extLst>
              <a:ext uri="{FF2B5EF4-FFF2-40B4-BE49-F238E27FC236}">
                <a16:creationId xmlns:a16="http://schemas.microsoft.com/office/drawing/2014/main" id="{DDC40295-912F-4B75-825E-6A19D918735E}"/>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58651FFA-FC3B-4BF1-AE37-56C9BAC03808}"/>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F38D1057-B75F-4A54-AF90-A8D57DDB5EA3}"/>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6">
              <a:extLst>
                <a:ext uri="{FF2B5EF4-FFF2-40B4-BE49-F238E27FC236}">
                  <a16:creationId xmlns:a16="http://schemas.microsoft.com/office/drawing/2014/main" id="{0FA8FF41-1874-4F27-9ACB-8F9DD0AC90F7}"/>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7">
              <a:extLst>
                <a:ext uri="{FF2B5EF4-FFF2-40B4-BE49-F238E27FC236}">
                  <a16:creationId xmlns:a16="http://schemas.microsoft.com/office/drawing/2014/main" id="{50E67408-B338-4449-B662-76E98D8E5C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38">
              <a:extLst>
                <a:ext uri="{FF2B5EF4-FFF2-40B4-BE49-F238E27FC236}">
                  <a16:creationId xmlns:a16="http://schemas.microsoft.com/office/drawing/2014/main" id="{4AC7696B-9860-489B-BE9B-00D46469390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39">
              <a:extLst>
                <a:ext uri="{FF2B5EF4-FFF2-40B4-BE49-F238E27FC236}">
                  <a16:creationId xmlns:a16="http://schemas.microsoft.com/office/drawing/2014/main" id="{CDE404E4-3DFC-433A-8E05-E73F0F493EE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7" name="Freeform 40">
              <a:extLst>
                <a:ext uri="{FF2B5EF4-FFF2-40B4-BE49-F238E27FC236}">
                  <a16:creationId xmlns:a16="http://schemas.microsoft.com/office/drawing/2014/main" id="{606859B5-A1E4-47EF-9016-922C15E0DCD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8" name="Freeform 41">
              <a:extLst>
                <a:ext uri="{FF2B5EF4-FFF2-40B4-BE49-F238E27FC236}">
                  <a16:creationId xmlns:a16="http://schemas.microsoft.com/office/drawing/2014/main" id="{9916EAC5-51B3-4315-A6F9-67FA3906E9D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7" name="図 16" descr="FUJITSU-RESTRICTED">
            <a:extLst>
              <a:ext uri="{FF2B5EF4-FFF2-40B4-BE49-F238E27FC236}">
                <a16:creationId xmlns:a16="http://schemas.microsoft.com/office/drawing/2014/main" id="{12058156-C011-4E45-A876-D27A6C5748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302701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1 column">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6944CC27-AE30-4D33-AFB1-3E89A1F9D27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11"/>
          </p:nvPr>
        </p:nvSpPr>
        <p:spPr/>
        <p:txBody>
          <a:body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
        <p:nvSpPr>
          <p:cNvPr id="9" name="正方形/長方形 3">
            <a:extLst>
              <a:ext uri="{FF2B5EF4-FFF2-40B4-BE49-F238E27FC236}">
                <a16:creationId xmlns:a16="http://schemas.microsoft.com/office/drawing/2014/main" id="{CF24A946-11AE-42D8-AB6F-90899DCB26E6}"/>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10" name="Group 27" descr="Fujitsu">
            <a:extLst>
              <a:ext uri="{FF2B5EF4-FFF2-40B4-BE49-F238E27FC236}">
                <a16:creationId xmlns:a16="http://schemas.microsoft.com/office/drawing/2014/main" id="{3375A791-3A23-4FA6-BD70-7ABC104F92E4}"/>
              </a:ext>
            </a:extLst>
          </p:cNvPr>
          <p:cNvGrpSpPr/>
          <p:nvPr userDrawn="1"/>
        </p:nvGrpSpPr>
        <p:grpSpPr bwMode="gray">
          <a:xfrm>
            <a:off x="8169274" y="180891"/>
            <a:ext cx="741363" cy="361336"/>
            <a:chOff x="8012114" y="249161"/>
            <a:chExt cx="892174" cy="434841"/>
          </a:xfrm>
        </p:grpSpPr>
        <p:sp>
          <p:nvSpPr>
            <p:cNvPr id="11" name="Freeform 34">
              <a:extLst>
                <a:ext uri="{FF2B5EF4-FFF2-40B4-BE49-F238E27FC236}">
                  <a16:creationId xmlns:a16="http://schemas.microsoft.com/office/drawing/2014/main" id="{971F3AD6-E3CD-49E5-8038-EB18C2CA2D71}"/>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5">
              <a:extLst>
                <a:ext uri="{FF2B5EF4-FFF2-40B4-BE49-F238E27FC236}">
                  <a16:creationId xmlns:a16="http://schemas.microsoft.com/office/drawing/2014/main" id="{BCFE8020-4C19-40CA-ACD2-16F970A83D5F}"/>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6">
              <a:extLst>
                <a:ext uri="{FF2B5EF4-FFF2-40B4-BE49-F238E27FC236}">
                  <a16:creationId xmlns:a16="http://schemas.microsoft.com/office/drawing/2014/main" id="{AA688455-5982-486E-83CD-6C8E4B703338}"/>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7">
              <a:extLst>
                <a:ext uri="{FF2B5EF4-FFF2-40B4-BE49-F238E27FC236}">
                  <a16:creationId xmlns:a16="http://schemas.microsoft.com/office/drawing/2014/main" id="{A76ED2D4-4CE9-4EF7-A3E2-65CF74EC20F4}"/>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8">
              <a:extLst>
                <a:ext uri="{FF2B5EF4-FFF2-40B4-BE49-F238E27FC236}">
                  <a16:creationId xmlns:a16="http://schemas.microsoft.com/office/drawing/2014/main" id="{4F3CA8D7-A00C-4375-8126-A506E3D51C8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9">
              <a:extLst>
                <a:ext uri="{FF2B5EF4-FFF2-40B4-BE49-F238E27FC236}">
                  <a16:creationId xmlns:a16="http://schemas.microsoft.com/office/drawing/2014/main" id="{764B030F-FBAB-4DBB-AA91-EF533938BA08}"/>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0">
              <a:extLst>
                <a:ext uri="{FF2B5EF4-FFF2-40B4-BE49-F238E27FC236}">
                  <a16:creationId xmlns:a16="http://schemas.microsoft.com/office/drawing/2014/main" id="{A573101F-25DF-4158-8A5E-19F893F5DB0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41">
              <a:extLst>
                <a:ext uri="{FF2B5EF4-FFF2-40B4-BE49-F238E27FC236}">
                  <a16:creationId xmlns:a16="http://schemas.microsoft.com/office/drawing/2014/main" id="{F6F17F81-1075-4D44-9254-9B877AE1450D}"/>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20795446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1_Text 2 columns">
    <p:spTree>
      <p:nvGrpSpPr>
        <p:cNvPr id="1" name=""/>
        <p:cNvGrpSpPr/>
        <p:nvPr/>
      </p:nvGrpSpPr>
      <p:grpSpPr>
        <a:xfrm>
          <a:off x="0" y="0"/>
          <a:ext cx="0" cy="0"/>
          <a:chOff x="0" y="0"/>
          <a:chExt cx="0" cy="0"/>
        </a:xfrm>
      </p:grpSpPr>
      <p:pic>
        <p:nvPicPr>
          <p:cNvPr id="8" name="図 7">
            <a:extLst>
              <a:ext uri="{FF2B5EF4-FFF2-40B4-BE49-F238E27FC236}">
                <a16:creationId xmlns:a16="http://schemas.microsoft.com/office/drawing/2014/main" id="{B10D05A2-A677-4F79-B9E7-F9EFC0951EC3}"/>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
        <p:nvSpPr>
          <p:cNvPr id="9" name="正方形/長方形 3">
            <a:extLst>
              <a:ext uri="{FF2B5EF4-FFF2-40B4-BE49-F238E27FC236}">
                <a16:creationId xmlns:a16="http://schemas.microsoft.com/office/drawing/2014/main" id="{ECFACC7E-B642-41FE-9A71-ABF33FE0F0CD}"/>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10" name="Group 27" descr="Fujitsu">
            <a:extLst>
              <a:ext uri="{FF2B5EF4-FFF2-40B4-BE49-F238E27FC236}">
                <a16:creationId xmlns:a16="http://schemas.microsoft.com/office/drawing/2014/main" id="{8DABCBD6-FCEE-4F3C-B391-2E02A24ECC11}"/>
              </a:ext>
            </a:extLst>
          </p:cNvPr>
          <p:cNvGrpSpPr/>
          <p:nvPr userDrawn="1"/>
        </p:nvGrpSpPr>
        <p:grpSpPr bwMode="gray">
          <a:xfrm>
            <a:off x="8169274" y="180891"/>
            <a:ext cx="741363" cy="361336"/>
            <a:chOff x="8012114" y="249161"/>
            <a:chExt cx="892174" cy="434841"/>
          </a:xfrm>
        </p:grpSpPr>
        <p:sp>
          <p:nvSpPr>
            <p:cNvPr id="11" name="Freeform 34">
              <a:extLst>
                <a:ext uri="{FF2B5EF4-FFF2-40B4-BE49-F238E27FC236}">
                  <a16:creationId xmlns:a16="http://schemas.microsoft.com/office/drawing/2014/main" id="{1F3A09A0-81DD-47FF-8CF0-31D02E422F7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5">
              <a:extLst>
                <a:ext uri="{FF2B5EF4-FFF2-40B4-BE49-F238E27FC236}">
                  <a16:creationId xmlns:a16="http://schemas.microsoft.com/office/drawing/2014/main" id="{1B91C0AD-0BCD-46B8-B668-544DDB23D8EF}"/>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6">
              <a:extLst>
                <a:ext uri="{FF2B5EF4-FFF2-40B4-BE49-F238E27FC236}">
                  <a16:creationId xmlns:a16="http://schemas.microsoft.com/office/drawing/2014/main" id="{E5393BA2-0DC9-4A59-BE6F-D4C189A50D22}"/>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7">
              <a:extLst>
                <a:ext uri="{FF2B5EF4-FFF2-40B4-BE49-F238E27FC236}">
                  <a16:creationId xmlns:a16="http://schemas.microsoft.com/office/drawing/2014/main" id="{4A372F93-4D78-4E97-964D-D1824F964E30}"/>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8">
              <a:extLst>
                <a:ext uri="{FF2B5EF4-FFF2-40B4-BE49-F238E27FC236}">
                  <a16:creationId xmlns:a16="http://schemas.microsoft.com/office/drawing/2014/main" id="{7750BDD0-B149-4014-85B5-DC8429FD521F}"/>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39">
              <a:extLst>
                <a:ext uri="{FF2B5EF4-FFF2-40B4-BE49-F238E27FC236}">
                  <a16:creationId xmlns:a16="http://schemas.microsoft.com/office/drawing/2014/main" id="{C7239F59-7FD0-40E7-BD04-01EDD58E03BF}"/>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0">
              <a:extLst>
                <a:ext uri="{FF2B5EF4-FFF2-40B4-BE49-F238E27FC236}">
                  <a16:creationId xmlns:a16="http://schemas.microsoft.com/office/drawing/2014/main" id="{44ED172A-A1F9-4005-A176-B59754E12FC0}"/>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8" name="Freeform 41">
              <a:extLst>
                <a:ext uri="{FF2B5EF4-FFF2-40B4-BE49-F238E27FC236}">
                  <a16:creationId xmlns:a16="http://schemas.microsoft.com/office/drawing/2014/main" id="{C433D1A8-8F74-46D3-A9CC-8F0BD90215B8}"/>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Tree>
    <p:extLst>
      <p:ext uri="{BB962C8B-B14F-4D97-AF65-F5344CB8AC3E}">
        <p14:creationId xmlns:p14="http://schemas.microsoft.com/office/powerpoint/2010/main" val="3137674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D49A307D-5CA4-4B01-B5CB-2BBF546DB07E}"/>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8" name="正方形/長方形 3">
            <a:extLst>
              <a:ext uri="{FF2B5EF4-FFF2-40B4-BE49-F238E27FC236}">
                <a16:creationId xmlns:a16="http://schemas.microsoft.com/office/drawing/2014/main" id="{9CA9700B-3C7B-40E5-AF18-FFCA3F6063A7}"/>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grpSp>
        <p:nvGrpSpPr>
          <p:cNvPr id="9" name="Group 27" descr="Fujitsu">
            <a:extLst>
              <a:ext uri="{FF2B5EF4-FFF2-40B4-BE49-F238E27FC236}">
                <a16:creationId xmlns:a16="http://schemas.microsoft.com/office/drawing/2014/main" id="{C97F80F6-FBB6-4673-882A-948F232A3AC1}"/>
              </a:ext>
            </a:extLst>
          </p:cNvPr>
          <p:cNvGrpSpPr/>
          <p:nvPr userDrawn="1"/>
        </p:nvGrpSpPr>
        <p:grpSpPr bwMode="gray">
          <a:xfrm>
            <a:off x="8169274" y="180891"/>
            <a:ext cx="741363" cy="361336"/>
            <a:chOff x="8012114" y="249161"/>
            <a:chExt cx="892174" cy="434841"/>
          </a:xfrm>
        </p:grpSpPr>
        <p:sp>
          <p:nvSpPr>
            <p:cNvPr id="10" name="Freeform 34">
              <a:extLst>
                <a:ext uri="{FF2B5EF4-FFF2-40B4-BE49-F238E27FC236}">
                  <a16:creationId xmlns:a16="http://schemas.microsoft.com/office/drawing/2014/main" id="{E9C7A8D1-F563-4E81-A3AB-D69BE6A9B41C}"/>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1" name="Freeform 35">
              <a:extLst>
                <a:ext uri="{FF2B5EF4-FFF2-40B4-BE49-F238E27FC236}">
                  <a16:creationId xmlns:a16="http://schemas.microsoft.com/office/drawing/2014/main" id="{E53FAB03-F188-4B73-8780-3693CBA977B1}"/>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2" name="Freeform 36">
              <a:extLst>
                <a:ext uri="{FF2B5EF4-FFF2-40B4-BE49-F238E27FC236}">
                  <a16:creationId xmlns:a16="http://schemas.microsoft.com/office/drawing/2014/main" id="{36D72C6A-A2F0-449F-B9C6-9CD3B2A663E1}"/>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3" name="Freeform 37">
              <a:extLst>
                <a:ext uri="{FF2B5EF4-FFF2-40B4-BE49-F238E27FC236}">
                  <a16:creationId xmlns:a16="http://schemas.microsoft.com/office/drawing/2014/main" id="{70342D86-3BBE-4ABD-87F0-15DCE491F544}"/>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4" name="Freeform 38">
              <a:extLst>
                <a:ext uri="{FF2B5EF4-FFF2-40B4-BE49-F238E27FC236}">
                  <a16:creationId xmlns:a16="http://schemas.microsoft.com/office/drawing/2014/main" id="{6298C526-28AB-445D-9AA5-718165133C9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5" name="Freeform 39">
              <a:extLst>
                <a:ext uri="{FF2B5EF4-FFF2-40B4-BE49-F238E27FC236}">
                  <a16:creationId xmlns:a16="http://schemas.microsoft.com/office/drawing/2014/main" id="{9F9AE813-F023-4760-A7E9-C4D0D7E95884}"/>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6" name="Freeform 40">
              <a:extLst>
                <a:ext uri="{FF2B5EF4-FFF2-40B4-BE49-F238E27FC236}">
                  <a16:creationId xmlns:a16="http://schemas.microsoft.com/office/drawing/2014/main" id="{2533A493-048F-491B-9541-9707B5A1685F}"/>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17" name="Freeform 41">
              <a:extLst>
                <a:ext uri="{FF2B5EF4-FFF2-40B4-BE49-F238E27FC236}">
                  <a16:creationId xmlns:a16="http://schemas.microsoft.com/office/drawing/2014/main" id="{D7F287E4-D657-4A1E-9609-8E2649629A4F}"/>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2" name="Title 1"/>
          <p:cNvSpPr>
            <a:spLocks noGrp="1"/>
          </p:cNvSpPr>
          <p:nvPr>
            <p:ph type="title"/>
          </p:nvPr>
        </p:nvSpPr>
        <p:spPr/>
        <p:txBody>
          <a:bodyPr/>
          <a:lstStyle/>
          <a:p>
            <a:r>
              <a:rPr lang="ja-JP" altLang="en-US"/>
              <a:t>マスター タイトルの書式設定</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5499295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20F7A85D-E715-40B8-B6D0-2647D95A1EF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69692" y="0"/>
            <a:ext cx="4574308"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04888" y="1298597"/>
            <a:ext cx="3275999" cy="2545521"/>
          </a:xfrm>
          <a:prstGeom prst="rect">
            <a:avLst/>
          </a:prstGeom>
        </p:spPr>
      </p:pic>
      <p:grpSp>
        <p:nvGrpSpPr>
          <p:cNvPr id="19" name="Group 22" descr="Fujitsu">
            <a:extLst>
              <a:ext uri="{FF2B5EF4-FFF2-40B4-BE49-F238E27FC236}">
                <a16:creationId xmlns:a16="http://schemas.microsoft.com/office/drawing/2014/main" id="{30D807CB-9C19-40CB-9ADA-F5FD76695222}"/>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8877A15F-B670-4519-AB23-C001B82B9FB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DA8B768A-A97D-490B-93AE-5E275BCA698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6">
              <a:extLst>
                <a:ext uri="{FF2B5EF4-FFF2-40B4-BE49-F238E27FC236}">
                  <a16:creationId xmlns:a16="http://schemas.microsoft.com/office/drawing/2014/main" id="{4B37A482-6532-4170-98AF-22DF8FB9C97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7">
              <a:extLst>
                <a:ext uri="{FF2B5EF4-FFF2-40B4-BE49-F238E27FC236}">
                  <a16:creationId xmlns:a16="http://schemas.microsoft.com/office/drawing/2014/main" id="{30D79590-2C60-41D2-B7FF-F45AC7FE2B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8">
              <a:extLst>
                <a:ext uri="{FF2B5EF4-FFF2-40B4-BE49-F238E27FC236}">
                  <a16:creationId xmlns:a16="http://schemas.microsoft.com/office/drawing/2014/main" id="{0142B91E-6DB6-4543-AD78-EB25DDD078A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9">
              <a:extLst>
                <a:ext uri="{FF2B5EF4-FFF2-40B4-BE49-F238E27FC236}">
                  <a16:creationId xmlns:a16="http://schemas.microsoft.com/office/drawing/2014/main" id="{60628E7A-A810-4212-B4B2-7491E343EAE6}"/>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40">
              <a:extLst>
                <a:ext uri="{FF2B5EF4-FFF2-40B4-BE49-F238E27FC236}">
                  <a16:creationId xmlns:a16="http://schemas.microsoft.com/office/drawing/2014/main" id="{FF33B481-F09E-41F9-A16D-ABCE1EFBE5F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1">
              <a:extLst>
                <a:ext uri="{FF2B5EF4-FFF2-40B4-BE49-F238E27FC236}">
                  <a16:creationId xmlns:a16="http://schemas.microsoft.com/office/drawing/2014/main" id="{7E5FB21F-1485-49A3-BE1D-880B4556A005}"/>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0" name="テキスト ボックス 29">
            <a:extLst>
              <a:ext uri="{FF2B5EF4-FFF2-40B4-BE49-F238E27FC236}">
                <a16:creationId xmlns:a16="http://schemas.microsoft.com/office/drawing/2014/main" id="{8613DED7-82D0-49B9-8E63-BB17EBF8CE0D}"/>
              </a:ext>
            </a:extLst>
          </p:cNvPr>
          <p:cNvSpPr txBox="1"/>
          <p:nvPr userDrawn="1"/>
        </p:nvSpPr>
        <p:spPr>
          <a:xfrm>
            <a:off x="129600" y="2008800"/>
            <a:ext cx="2876108" cy="738000"/>
          </a:xfrm>
          <a:prstGeom prst="rect">
            <a:avLst/>
          </a:prstGeom>
          <a:noFill/>
        </p:spPr>
        <p:txBody>
          <a:bodyPr wrap="none" rtlCol="0">
            <a:spAutoFit/>
          </a:bodyPr>
          <a:lstStyle/>
          <a:p>
            <a:r>
              <a:rPr kumimoji="1" lang="en-US" altLang="ja-JP" sz="4200" b="1"/>
              <a:t>Thank you</a:t>
            </a:r>
            <a:endParaRPr kumimoji="1" lang="ja-JP" altLang="en-US" sz="4200" b="1"/>
          </a:p>
        </p:txBody>
      </p:sp>
    </p:spTree>
    <p:extLst>
      <p:ext uri="{BB962C8B-B14F-4D97-AF65-F5344CB8AC3E}">
        <p14:creationId xmlns:p14="http://schemas.microsoft.com/office/powerpoint/2010/main" val="3929536990"/>
      </p:ext>
    </p:extLst>
  </p:cSld>
  <p:clrMapOvr>
    <a:masterClrMapping/>
  </p:clrMapOvr>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95692AF0-2E90-4E8E-8159-82825E6818D7}"/>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gray">
          <a:xfrm>
            <a:off x="6601333" y="0"/>
            <a:ext cx="2542667" cy="5143499"/>
          </a:xfrm>
          <a:prstGeom prst="rect">
            <a:avLst/>
          </a:prstGeom>
        </p:spPr>
      </p:pic>
      <p:sp>
        <p:nvSpPr>
          <p:cNvPr id="2" name="Title 1"/>
          <p:cNvSpPr>
            <a:spLocks noGrp="1"/>
          </p:cNvSpPr>
          <p:nvPr>
            <p:ph type="ctrTitle" hasCustomPrompt="1"/>
          </p:nvPr>
        </p:nvSpPr>
        <p:spPr bwMode="gray">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bwMode="gray">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5162716" y="1350838"/>
            <a:ext cx="3142800"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grpSp>
        <p:nvGrpSpPr>
          <p:cNvPr id="23" name="Group 22" descr="Fujitsu">
            <a:extLst>
              <a:ext uri="{FF2B5EF4-FFF2-40B4-BE49-F238E27FC236}">
                <a16:creationId xmlns:a16="http://schemas.microsoft.com/office/drawing/2014/main" id="{EA0FA9AC-AC26-48E3-BF47-91D55901E917}"/>
              </a:ext>
            </a:extLst>
          </p:cNvPr>
          <p:cNvGrpSpPr>
            <a:grpSpLocks noChangeAspect="1"/>
          </p:cNvGrpSpPr>
          <p:nvPr userDrawn="1"/>
        </p:nvGrpSpPr>
        <p:grpSpPr bwMode="gray">
          <a:xfrm>
            <a:off x="7940675" y="242808"/>
            <a:ext cx="968769" cy="472173"/>
            <a:chOff x="8012114" y="249161"/>
            <a:chExt cx="892174" cy="434841"/>
          </a:xfrm>
        </p:grpSpPr>
        <p:sp>
          <p:nvSpPr>
            <p:cNvPr id="24" name="Freeform 34">
              <a:extLst>
                <a:ext uri="{FF2B5EF4-FFF2-40B4-BE49-F238E27FC236}">
                  <a16:creationId xmlns:a16="http://schemas.microsoft.com/office/drawing/2014/main" id="{6DD794C0-B5B1-4749-93AE-C0B3DA7765D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5">
              <a:extLst>
                <a:ext uri="{FF2B5EF4-FFF2-40B4-BE49-F238E27FC236}">
                  <a16:creationId xmlns:a16="http://schemas.microsoft.com/office/drawing/2014/main" id="{C8AFA1DF-E2AD-431B-9A71-F99A68BFE07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6">
              <a:extLst>
                <a:ext uri="{FF2B5EF4-FFF2-40B4-BE49-F238E27FC236}">
                  <a16:creationId xmlns:a16="http://schemas.microsoft.com/office/drawing/2014/main" id="{DCCF753C-FF99-4C0C-94D0-F2FE9DC1EC9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7">
              <a:extLst>
                <a:ext uri="{FF2B5EF4-FFF2-40B4-BE49-F238E27FC236}">
                  <a16:creationId xmlns:a16="http://schemas.microsoft.com/office/drawing/2014/main" id="{BB8A9FF0-74AF-4BF0-B63E-8CF3120C9676}"/>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8">
              <a:extLst>
                <a:ext uri="{FF2B5EF4-FFF2-40B4-BE49-F238E27FC236}">
                  <a16:creationId xmlns:a16="http://schemas.microsoft.com/office/drawing/2014/main" id="{3EFD3576-7BB3-4739-A24F-50250CAEBEE9}"/>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9">
              <a:extLst>
                <a:ext uri="{FF2B5EF4-FFF2-40B4-BE49-F238E27FC236}">
                  <a16:creationId xmlns:a16="http://schemas.microsoft.com/office/drawing/2014/main" id="{FC6758ED-3FB6-42D3-9F56-BDE1752E62A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0">
              <a:extLst>
                <a:ext uri="{FF2B5EF4-FFF2-40B4-BE49-F238E27FC236}">
                  <a16:creationId xmlns:a16="http://schemas.microsoft.com/office/drawing/2014/main" id="{1A0FF2C9-FB26-4EE6-9744-A33823AB18C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1">
              <a:extLst>
                <a:ext uri="{FF2B5EF4-FFF2-40B4-BE49-F238E27FC236}">
                  <a16:creationId xmlns:a16="http://schemas.microsoft.com/office/drawing/2014/main" id="{3652132C-1D36-46D8-B40D-EFABBC1421B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5" name="Footer Placeholder 4"/>
          <p:cNvSpPr>
            <a:spLocks noGrp="1"/>
          </p:cNvSpPr>
          <p:nvPr>
            <p:ph type="ftr" sz="quarter" idx="11"/>
          </p:nvPr>
        </p:nvSpPr>
        <p:spPr bwMode="gray"/>
        <p:txBody>
          <a:bodyPr/>
          <a:lstStyle>
            <a:lvl1pPr>
              <a:defRPr>
                <a:solidFill>
                  <a:schemeClr val="bg1"/>
                </a:solidFill>
              </a:defRPr>
            </a:lvl1pPr>
          </a:lstStyle>
          <a:p>
            <a:r>
              <a:rPr kumimoji="1" lang="en-US" altLang="ja-JP"/>
              <a:t>© 2024 FNST</a:t>
            </a:r>
            <a:endParaRPr kumimoji="1" lang="ja-JP" altLang="en-US"/>
          </a:p>
        </p:txBody>
      </p:sp>
    </p:spTree>
    <p:extLst>
      <p:ext uri="{BB962C8B-B14F-4D97-AF65-F5344CB8AC3E}">
        <p14:creationId xmlns:p14="http://schemas.microsoft.com/office/powerpoint/2010/main" val="3781008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8" name="図 14">
            <a:extLst>
              <a:ext uri="{FF2B5EF4-FFF2-40B4-BE49-F238E27FC236}">
                <a16:creationId xmlns:a16="http://schemas.microsoft.com/office/drawing/2014/main" id="{DCC61E67-4920-4022-866F-F045CC54149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1" y="0"/>
            <a:ext cx="9147692" cy="5145577"/>
          </a:xfrm>
          <a:prstGeom prst="rect">
            <a:avLst/>
          </a:prstGeom>
        </p:spPr>
      </p:pic>
      <p:sp>
        <p:nvSpPr>
          <p:cNvPr id="2" name="Title 1"/>
          <p:cNvSpPr>
            <a:spLocks noGrp="1"/>
          </p:cNvSpPr>
          <p:nvPr>
            <p:ph type="ctrTitle" hasCustomPrompt="1"/>
          </p:nvPr>
        </p:nvSpPr>
        <p:spPr bwMode="gray">
          <a:xfrm>
            <a:off x="234000" y="1116000"/>
            <a:ext cx="8280000" cy="1440000"/>
          </a:xfrm>
        </p:spPr>
        <p:txBody>
          <a:bodyPr anchor="b">
            <a:noAutofit/>
          </a:bodyPr>
          <a:lstStyle>
            <a:lvl1pPr algn="l">
              <a:defRPr sz="3200">
                <a:solidFill>
                  <a:schemeClr val="bg1"/>
                </a:solidFill>
              </a:defRPr>
            </a:lvl1pPr>
          </a:lstStyle>
          <a:p>
            <a:r>
              <a:rPr lang="ja-JP" altLang="en-US"/>
              <a:t>タイトルを入力</a:t>
            </a:r>
            <a:endParaRPr lang="en-US"/>
          </a:p>
        </p:txBody>
      </p:sp>
      <p:sp>
        <p:nvSpPr>
          <p:cNvPr id="3" name="Subtitle 2"/>
          <p:cNvSpPr>
            <a:spLocks noGrp="1"/>
          </p:cNvSpPr>
          <p:nvPr>
            <p:ph type="subTitle" idx="1" hasCustomPrompt="1"/>
          </p:nvPr>
        </p:nvSpPr>
        <p:spPr bwMode="gray">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sp>
        <p:nvSpPr>
          <p:cNvPr id="5" name="Footer Placeholder 4"/>
          <p:cNvSpPr>
            <a:spLocks noGrp="1"/>
          </p:cNvSpPr>
          <p:nvPr>
            <p:ph type="ftr" sz="quarter" idx="11"/>
          </p:nvPr>
        </p:nvSpPr>
        <p:spPr bwMode="gray"/>
        <p:txBody>
          <a:bodyPr/>
          <a:lstStyle>
            <a:lvl1pPr>
              <a:defRPr>
                <a:solidFill>
                  <a:schemeClr val="bg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bwMode="gray">
          <a:xfrm>
            <a:off x="4302000" y="4878000"/>
            <a:ext cx="540000" cy="122400"/>
          </a:xfrm>
          <a:prstGeom prst="rect">
            <a:avLst/>
          </a:prstGeom>
        </p:spPr>
        <p:txBody>
          <a:bodyPr/>
          <a:lstStyle>
            <a:lvl1pPr>
              <a:defRPr>
                <a:solidFill>
                  <a:schemeClr val="bg1"/>
                </a:solidFill>
              </a:defRPr>
            </a:lvl1pPr>
          </a:lstStyle>
          <a:p>
            <a:fld id="{4D029D89-7B63-4C94-AD4D-2E4D6BB83637}" type="slidenum">
              <a:rPr kumimoji="1" lang="ja-JP" altLang="en-US" smtClean="0"/>
              <a:pPr/>
              <a:t>‹#›</a:t>
            </a:fld>
            <a:endParaRPr kumimoji="1" lang="ja-JP" altLang="en-US"/>
          </a:p>
        </p:txBody>
      </p:sp>
      <p:grpSp>
        <p:nvGrpSpPr>
          <p:cNvPr id="20" name="Group 22" descr="Fujitsu">
            <a:extLst>
              <a:ext uri="{FF2B5EF4-FFF2-40B4-BE49-F238E27FC236}">
                <a16:creationId xmlns:a16="http://schemas.microsoft.com/office/drawing/2014/main" id="{DDC40295-912F-4B75-825E-6A19D918735E}"/>
              </a:ext>
            </a:extLst>
          </p:cNvPr>
          <p:cNvGrpSpPr>
            <a:grpSpLocks noChangeAspect="1"/>
          </p:cNvGrpSpPr>
          <p:nvPr userDrawn="1"/>
        </p:nvGrpSpPr>
        <p:grpSpPr bwMode="gray">
          <a:xfrm>
            <a:off x="7940675" y="242808"/>
            <a:ext cx="968769" cy="472173"/>
            <a:chOff x="8012114" y="249161"/>
            <a:chExt cx="892174" cy="434841"/>
          </a:xfrm>
        </p:grpSpPr>
        <p:sp>
          <p:nvSpPr>
            <p:cNvPr id="21" name="Freeform 34">
              <a:extLst>
                <a:ext uri="{FF2B5EF4-FFF2-40B4-BE49-F238E27FC236}">
                  <a16:creationId xmlns:a16="http://schemas.microsoft.com/office/drawing/2014/main" id="{58651FFA-FC3B-4BF1-AE37-56C9BAC03808}"/>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F38D1057-B75F-4A54-AF90-A8D57DDB5EA3}"/>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6">
              <a:extLst>
                <a:ext uri="{FF2B5EF4-FFF2-40B4-BE49-F238E27FC236}">
                  <a16:creationId xmlns:a16="http://schemas.microsoft.com/office/drawing/2014/main" id="{0FA8FF41-1874-4F27-9ACB-8F9DD0AC90F7}"/>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7">
              <a:extLst>
                <a:ext uri="{FF2B5EF4-FFF2-40B4-BE49-F238E27FC236}">
                  <a16:creationId xmlns:a16="http://schemas.microsoft.com/office/drawing/2014/main" id="{50E67408-B338-4449-B662-76E98D8E5C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38">
              <a:extLst>
                <a:ext uri="{FF2B5EF4-FFF2-40B4-BE49-F238E27FC236}">
                  <a16:creationId xmlns:a16="http://schemas.microsoft.com/office/drawing/2014/main" id="{4AC7696B-9860-489B-BE9B-00D46469390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39">
              <a:extLst>
                <a:ext uri="{FF2B5EF4-FFF2-40B4-BE49-F238E27FC236}">
                  <a16:creationId xmlns:a16="http://schemas.microsoft.com/office/drawing/2014/main" id="{CDE404E4-3DFC-433A-8E05-E73F0F493EE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7" name="Freeform 40">
              <a:extLst>
                <a:ext uri="{FF2B5EF4-FFF2-40B4-BE49-F238E27FC236}">
                  <a16:creationId xmlns:a16="http://schemas.microsoft.com/office/drawing/2014/main" id="{606859B5-A1E4-47EF-9016-922C15E0DCD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8" name="Freeform 41">
              <a:extLst>
                <a:ext uri="{FF2B5EF4-FFF2-40B4-BE49-F238E27FC236}">
                  <a16:creationId xmlns:a16="http://schemas.microsoft.com/office/drawing/2014/main" id="{9916EAC5-51B3-4315-A6F9-67FA3906E9D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7" name="図 16" descr="FUJITSU-RESTRICTED">
            <a:extLst>
              <a:ext uri="{FF2B5EF4-FFF2-40B4-BE49-F238E27FC236}">
                <a16:creationId xmlns:a16="http://schemas.microsoft.com/office/drawing/2014/main" id="{D00F5CEF-86B7-4062-B722-A4AAF253C369}"/>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spTree>
    <p:extLst>
      <p:ext uri="{BB962C8B-B14F-4D97-AF65-F5344CB8AC3E}">
        <p14:creationId xmlns:p14="http://schemas.microsoft.com/office/powerpoint/2010/main" val="1206351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11"/>
          </p:nvPr>
        </p:nvSpPr>
        <p:spPr/>
        <p:txBody>
          <a:body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755580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146358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21650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5F6C4905-9CC5-4C8D-803C-5F137C0C75C6}"/>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69692" y="0"/>
            <a:ext cx="4574308" cy="5143499"/>
          </a:xfrm>
          <a:prstGeom prst="rect">
            <a:avLst/>
          </a:prstGeom>
        </p:spPr>
      </p:pic>
      <p:sp>
        <p:nvSpPr>
          <p:cNvPr id="5" name="Footer Placeholder 4"/>
          <p:cNvSpPr>
            <a:spLocks noGrp="1"/>
          </p:cNvSpPr>
          <p:nvPr>
            <p:ph type="ftr" sz="quarter" idx="11"/>
          </p:nvPr>
        </p:nvSpPr>
        <p:spPr/>
        <p:txBody>
          <a:bodyPr/>
          <a:lstStyle>
            <a:lvl1pPr>
              <a:defRPr>
                <a:solidFill>
                  <a:schemeClr val="bg1"/>
                </a:solidFill>
              </a:defRPr>
            </a:lvl1pPr>
          </a:lstStyle>
          <a:p>
            <a:r>
              <a:rPr kumimoji="1" lang="en-US" altLang="ja-JP"/>
              <a:t>© 2024 FNST</a:t>
            </a:r>
            <a:endParaRPr kumimoji="1" lang="ja-JP" altLang="en-US"/>
          </a:p>
        </p:txBody>
      </p:sp>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04888" y="1298597"/>
            <a:ext cx="3276000" cy="2545521"/>
          </a:xfrm>
          <a:prstGeom prst="rect">
            <a:avLst/>
          </a:prstGeom>
        </p:spPr>
      </p:pic>
      <p:grpSp>
        <p:nvGrpSpPr>
          <p:cNvPr id="19" name="Group 22" descr="Fujitsu">
            <a:extLst>
              <a:ext uri="{FF2B5EF4-FFF2-40B4-BE49-F238E27FC236}">
                <a16:creationId xmlns:a16="http://schemas.microsoft.com/office/drawing/2014/main" id="{30D807CB-9C19-40CB-9ADA-F5FD76695222}"/>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8877A15F-B670-4519-AB23-C001B82B9FB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DA8B768A-A97D-490B-93AE-5E275BCA698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6">
              <a:extLst>
                <a:ext uri="{FF2B5EF4-FFF2-40B4-BE49-F238E27FC236}">
                  <a16:creationId xmlns:a16="http://schemas.microsoft.com/office/drawing/2014/main" id="{4B37A482-6532-4170-98AF-22DF8FB9C97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7">
              <a:extLst>
                <a:ext uri="{FF2B5EF4-FFF2-40B4-BE49-F238E27FC236}">
                  <a16:creationId xmlns:a16="http://schemas.microsoft.com/office/drawing/2014/main" id="{30D79590-2C60-41D2-B7FF-F45AC7FE2B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8">
              <a:extLst>
                <a:ext uri="{FF2B5EF4-FFF2-40B4-BE49-F238E27FC236}">
                  <a16:creationId xmlns:a16="http://schemas.microsoft.com/office/drawing/2014/main" id="{0142B91E-6DB6-4543-AD78-EB25DDD078A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9">
              <a:extLst>
                <a:ext uri="{FF2B5EF4-FFF2-40B4-BE49-F238E27FC236}">
                  <a16:creationId xmlns:a16="http://schemas.microsoft.com/office/drawing/2014/main" id="{60628E7A-A810-4212-B4B2-7491E343EAE6}"/>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40">
              <a:extLst>
                <a:ext uri="{FF2B5EF4-FFF2-40B4-BE49-F238E27FC236}">
                  <a16:creationId xmlns:a16="http://schemas.microsoft.com/office/drawing/2014/main" id="{FF33B481-F09E-41F9-A16D-ABCE1EFBE5F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1">
              <a:extLst>
                <a:ext uri="{FF2B5EF4-FFF2-40B4-BE49-F238E27FC236}">
                  <a16:creationId xmlns:a16="http://schemas.microsoft.com/office/drawing/2014/main" id="{7E5FB21F-1485-49A3-BE1D-880B4556A005}"/>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0" name="テキスト ボックス 29">
            <a:extLst>
              <a:ext uri="{FF2B5EF4-FFF2-40B4-BE49-F238E27FC236}">
                <a16:creationId xmlns:a16="http://schemas.microsoft.com/office/drawing/2014/main" id="{8613DED7-82D0-49B9-8E63-BB17EBF8CE0D}"/>
              </a:ext>
            </a:extLst>
          </p:cNvPr>
          <p:cNvSpPr txBox="1"/>
          <p:nvPr userDrawn="1"/>
        </p:nvSpPr>
        <p:spPr>
          <a:xfrm>
            <a:off x="129600" y="2008800"/>
            <a:ext cx="3171637" cy="738664"/>
          </a:xfrm>
          <a:prstGeom prst="rect">
            <a:avLst/>
          </a:prstGeom>
          <a:noFill/>
        </p:spPr>
        <p:txBody>
          <a:bodyPr wrap="none" rtlCol="0">
            <a:spAutoFit/>
          </a:bodyPr>
          <a:lstStyle/>
          <a:p>
            <a:r>
              <a:rPr kumimoji="1" lang="en-US" altLang="ja-JP" sz="4200" b="1">
                <a:latin typeface="+mn-ea"/>
                <a:ea typeface="+mn-ea"/>
                <a:cs typeface="Arial" panose="020B0604020202020204" pitchFamily="34" charset="0"/>
              </a:rPr>
              <a:t>Thank you</a:t>
            </a:r>
            <a:endParaRPr kumimoji="1" lang="ja-JP" altLang="en-US" sz="4200" b="1">
              <a:latin typeface="+mn-ea"/>
              <a:ea typeface="+mn-ea"/>
              <a:cs typeface="Arial" panose="020B0604020202020204" pitchFamily="34" charset="0"/>
            </a:endParaRPr>
          </a:p>
        </p:txBody>
      </p:sp>
    </p:spTree>
    <p:extLst>
      <p:ext uri="{BB962C8B-B14F-4D97-AF65-F5344CB8AC3E}">
        <p14:creationId xmlns:p14="http://schemas.microsoft.com/office/powerpoint/2010/main" val="2597827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59EA2C5-E74C-467E-A31E-22534610D348}"/>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601333" y="0"/>
            <a:ext cx="2542667" cy="5143499"/>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62716" y="1350838"/>
            <a:ext cx="3142800"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grpSp>
        <p:nvGrpSpPr>
          <p:cNvPr id="23" name="Group 22" descr="Fujitsu">
            <a:extLst>
              <a:ext uri="{FF2B5EF4-FFF2-40B4-BE49-F238E27FC236}">
                <a16:creationId xmlns:a16="http://schemas.microsoft.com/office/drawing/2014/main" id="{EA0FA9AC-AC26-48E3-BF47-91D55901E917}"/>
              </a:ext>
            </a:extLst>
          </p:cNvPr>
          <p:cNvGrpSpPr>
            <a:grpSpLocks noChangeAspect="1"/>
          </p:cNvGrpSpPr>
          <p:nvPr userDrawn="1"/>
        </p:nvGrpSpPr>
        <p:grpSpPr>
          <a:xfrm>
            <a:off x="7940675" y="242808"/>
            <a:ext cx="968769" cy="472173"/>
            <a:chOff x="8012114" y="249161"/>
            <a:chExt cx="892174" cy="434841"/>
          </a:xfrm>
        </p:grpSpPr>
        <p:sp>
          <p:nvSpPr>
            <p:cNvPr id="24" name="Freeform 34">
              <a:extLst>
                <a:ext uri="{FF2B5EF4-FFF2-40B4-BE49-F238E27FC236}">
                  <a16:creationId xmlns:a16="http://schemas.microsoft.com/office/drawing/2014/main" id="{6DD794C0-B5B1-4749-93AE-C0B3DA7765D6}"/>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5">
              <a:extLst>
                <a:ext uri="{FF2B5EF4-FFF2-40B4-BE49-F238E27FC236}">
                  <a16:creationId xmlns:a16="http://schemas.microsoft.com/office/drawing/2014/main" id="{C8AFA1DF-E2AD-431B-9A71-F99A68BFE07C}"/>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6">
              <a:extLst>
                <a:ext uri="{FF2B5EF4-FFF2-40B4-BE49-F238E27FC236}">
                  <a16:creationId xmlns:a16="http://schemas.microsoft.com/office/drawing/2014/main" id="{DCCF753C-FF99-4C0C-94D0-F2FE9DC1EC9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7">
              <a:extLst>
                <a:ext uri="{FF2B5EF4-FFF2-40B4-BE49-F238E27FC236}">
                  <a16:creationId xmlns:a16="http://schemas.microsoft.com/office/drawing/2014/main" id="{BB8A9FF0-74AF-4BF0-B63E-8CF3120C9676}"/>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8">
              <a:extLst>
                <a:ext uri="{FF2B5EF4-FFF2-40B4-BE49-F238E27FC236}">
                  <a16:creationId xmlns:a16="http://schemas.microsoft.com/office/drawing/2014/main" id="{3EFD3576-7BB3-4739-A24F-50250CAEBEE9}"/>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9">
              <a:extLst>
                <a:ext uri="{FF2B5EF4-FFF2-40B4-BE49-F238E27FC236}">
                  <a16:creationId xmlns:a16="http://schemas.microsoft.com/office/drawing/2014/main" id="{FC6758ED-3FB6-42D3-9F56-BDE1752E62A0}"/>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40">
              <a:extLst>
                <a:ext uri="{FF2B5EF4-FFF2-40B4-BE49-F238E27FC236}">
                  <a16:creationId xmlns:a16="http://schemas.microsoft.com/office/drawing/2014/main" id="{1A0FF2C9-FB26-4EE6-9744-A33823AB18C4}"/>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1">
              <a:extLst>
                <a:ext uri="{FF2B5EF4-FFF2-40B4-BE49-F238E27FC236}">
                  <a16:creationId xmlns:a16="http://schemas.microsoft.com/office/drawing/2014/main" id="{3652132C-1D36-46D8-B40D-EFABBC1421B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Tree>
    <p:extLst>
      <p:ext uri="{BB962C8B-B14F-4D97-AF65-F5344CB8AC3E}">
        <p14:creationId xmlns:p14="http://schemas.microsoft.com/office/powerpoint/2010/main" val="304051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6" name="図 16">
            <a:extLst>
              <a:ext uri="{FF2B5EF4-FFF2-40B4-BE49-F238E27FC236}">
                <a16:creationId xmlns:a16="http://schemas.microsoft.com/office/drawing/2014/main" id="{DD823FC4-0E59-43A1-8BCD-EBD727ED30A1}"/>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9144000" cy="5143500"/>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bg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grpSp>
        <p:nvGrpSpPr>
          <p:cNvPr id="20" name="Group 22" descr="Fujitsu">
            <a:extLst>
              <a:ext uri="{FF2B5EF4-FFF2-40B4-BE49-F238E27FC236}">
                <a16:creationId xmlns:a16="http://schemas.microsoft.com/office/drawing/2014/main" id="{DDC40295-912F-4B75-825E-6A19D918735E}"/>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58651FFA-FC3B-4BF1-AE37-56C9BAC03808}"/>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F38D1057-B75F-4A54-AF90-A8D57DDB5EA3}"/>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3" name="Freeform 36">
              <a:extLst>
                <a:ext uri="{FF2B5EF4-FFF2-40B4-BE49-F238E27FC236}">
                  <a16:creationId xmlns:a16="http://schemas.microsoft.com/office/drawing/2014/main" id="{0FA8FF41-1874-4F27-9ACB-8F9DD0AC90F7}"/>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4" name="Freeform 37">
              <a:extLst>
                <a:ext uri="{FF2B5EF4-FFF2-40B4-BE49-F238E27FC236}">
                  <a16:creationId xmlns:a16="http://schemas.microsoft.com/office/drawing/2014/main" id="{50E67408-B338-4449-B662-76E98D8E5C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5" name="Freeform 38">
              <a:extLst>
                <a:ext uri="{FF2B5EF4-FFF2-40B4-BE49-F238E27FC236}">
                  <a16:creationId xmlns:a16="http://schemas.microsoft.com/office/drawing/2014/main" id="{4AC7696B-9860-489B-BE9B-00D46469390B}"/>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6" name="Freeform 39">
              <a:extLst>
                <a:ext uri="{FF2B5EF4-FFF2-40B4-BE49-F238E27FC236}">
                  <a16:creationId xmlns:a16="http://schemas.microsoft.com/office/drawing/2014/main" id="{CDE404E4-3DFC-433A-8E05-E73F0F493EE7}"/>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7" name="Freeform 40">
              <a:extLst>
                <a:ext uri="{FF2B5EF4-FFF2-40B4-BE49-F238E27FC236}">
                  <a16:creationId xmlns:a16="http://schemas.microsoft.com/office/drawing/2014/main" id="{606859B5-A1E4-47EF-9016-922C15E0DCD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8" name="Freeform 41">
              <a:extLst>
                <a:ext uri="{FF2B5EF4-FFF2-40B4-BE49-F238E27FC236}">
                  <a16:creationId xmlns:a16="http://schemas.microsoft.com/office/drawing/2014/main" id="{9916EAC5-51B3-4315-A6F9-67FA3906E9D3}"/>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7" name="図 16" descr="FUJITSU-RESTRICTED">
            <a:extLst>
              <a:ext uri="{FF2B5EF4-FFF2-40B4-BE49-F238E27FC236}">
                <a16:creationId xmlns:a16="http://schemas.microsoft.com/office/drawing/2014/main" id="{7BD911DE-3CE6-43CB-9C33-77144F07C90D}"/>
              </a:ext>
              <a:ext uri="{C183D7F6-B498-43B3-948B-1728B52AA6E4}">
                <adec:decorative xmlns:adec="http://schemas.microsoft.com/office/drawing/2017/decorative" val="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Tree>
    <p:extLst>
      <p:ext uri="{BB962C8B-B14F-4D97-AF65-F5344CB8AC3E}">
        <p14:creationId xmlns:p14="http://schemas.microsoft.com/office/powerpoint/2010/main" val="1296500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11"/>
          </p:nvPr>
        </p:nvSpPr>
        <p:spPr/>
        <p:txBody>
          <a:body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08773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1190966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3862839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023CC6D9-6EFF-494A-BF84-DA0874602A24}"/>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4573384" y="0"/>
            <a:ext cx="4570616" cy="5143499"/>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3104888" y="1298597"/>
            <a:ext cx="3276000" cy="2545521"/>
          </a:xfrm>
          <a:prstGeom prst="rect">
            <a:avLst/>
          </a:prstGeom>
        </p:spPr>
      </p:pic>
      <p:grpSp>
        <p:nvGrpSpPr>
          <p:cNvPr id="19" name="Group 22" descr="Fujitsu">
            <a:extLst>
              <a:ext uri="{FF2B5EF4-FFF2-40B4-BE49-F238E27FC236}">
                <a16:creationId xmlns:a16="http://schemas.microsoft.com/office/drawing/2014/main" id="{30D807CB-9C19-40CB-9ADA-F5FD76695222}"/>
              </a:ext>
            </a:extLst>
          </p:cNvPr>
          <p:cNvGrpSpPr>
            <a:grpSpLocks noChangeAspect="1"/>
          </p:cNvGrpSpPr>
          <p:nvPr userDrawn="1"/>
        </p:nvGrpSpPr>
        <p:grpSpPr>
          <a:xfrm>
            <a:off x="7940675" y="242808"/>
            <a:ext cx="968769" cy="472173"/>
            <a:chOff x="8012114" y="249161"/>
            <a:chExt cx="892174" cy="434841"/>
          </a:xfrm>
        </p:grpSpPr>
        <p:sp>
          <p:nvSpPr>
            <p:cNvPr id="21" name="Freeform 34">
              <a:extLst>
                <a:ext uri="{FF2B5EF4-FFF2-40B4-BE49-F238E27FC236}">
                  <a16:creationId xmlns:a16="http://schemas.microsoft.com/office/drawing/2014/main" id="{8877A15F-B670-4519-AB23-C001B82B9FBA}"/>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2" name="Freeform 35">
              <a:extLst>
                <a:ext uri="{FF2B5EF4-FFF2-40B4-BE49-F238E27FC236}">
                  <a16:creationId xmlns:a16="http://schemas.microsoft.com/office/drawing/2014/main" id="{DA8B768A-A97D-490B-93AE-5E275BCA6988}"/>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4" name="Freeform 36">
              <a:extLst>
                <a:ext uri="{FF2B5EF4-FFF2-40B4-BE49-F238E27FC236}">
                  <a16:creationId xmlns:a16="http://schemas.microsoft.com/office/drawing/2014/main" id="{4B37A482-6532-4170-98AF-22DF8FB9C97D}"/>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5" name="Freeform 37">
              <a:extLst>
                <a:ext uri="{FF2B5EF4-FFF2-40B4-BE49-F238E27FC236}">
                  <a16:creationId xmlns:a16="http://schemas.microsoft.com/office/drawing/2014/main" id="{30D79590-2C60-41D2-B7FF-F45AC7FE2B11}"/>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8">
              <a:extLst>
                <a:ext uri="{FF2B5EF4-FFF2-40B4-BE49-F238E27FC236}">
                  <a16:creationId xmlns:a16="http://schemas.microsoft.com/office/drawing/2014/main" id="{0142B91E-6DB6-4543-AD78-EB25DDD078A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9">
              <a:extLst>
                <a:ext uri="{FF2B5EF4-FFF2-40B4-BE49-F238E27FC236}">
                  <a16:creationId xmlns:a16="http://schemas.microsoft.com/office/drawing/2014/main" id="{60628E7A-A810-4212-B4B2-7491E343EAE6}"/>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40">
              <a:extLst>
                <a:ext uri="{FF2B5EF4-FFF2-40B4-BE49-F238E27FC236}">
                  <a16:creationId xmlns:a16="http://schemas.microsoft.com/office/drawing/2014/main" id="{FF33B481-F09E-41F9-A16D-ABCE1EFBE5FD}"/>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41">
              <a:extLst>
                <a:ext uri="{FF2B5EF4-FFF2-40B4-BE49-F238E27FC236}">
                  <a16:creationId xmlns:a16="http://schemas.microsoft.com/office/drawing/2014/main" id="{7E5FB21F-1485-49A3-BE1D-880B4556A005}"/>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sp>
        <p:nvSpPr>
          <p:cNvPr id="30" name="テキスト ボックス 29">
            <a:extLst>
              <a:ext uri="{FF2B5EF4-FFF2-40B4-BE49-F238E27FC236}">
                <a16:creationId xmlns:a16="http://schemas.microsoft.com/office/drawing/2014/main" id="{8613DED7-82D0-49B9-8E63-BB17EBF8CE0D}"/>
              </a:ext>
            </a:extLst>
          </p:cNvPr>
          <p:cNvSpPr txBox="1"/>
          <p:nvPr userDrawn="1"/>
        </p:nvSpPr>
        <p:spPr>
          <a:xfrm>
            <a:off x="129600" y="2008800"/>
            <a:ext cx="2876108" cy="738000"/>
          </a:xfrm>
          <a:prstGeom prst="rect">
            <a:avLst/>
          </a:prstGeom>
          <a:noFill/>
        </p:spPr>
        <p:txBody>
          <a:bodyPr wrap="none" rtlCol="0">
            <a:spAutoFit/>
          </a:bodyPr>
          <a:lstStyle/>
          <a:p>
            <a:r>
              <a:rPr kumimoji="1" lang="en-US" altLang="ja-JP" sz="4200" b="1"/>
              <a:t>Thank you</a:t>
            </a:r>
            <a:endParaRPr kumimoji="1" lang="ja-JP" altLang="en-US" sz="4200" b="1"/>
          </a:p>
        </p:txBody>
      </p:sp>
    </p:spTree>
    <p:extLst>
      <p:ext uri="{BB962C8B-B14F-4D97-AF65-F5344CB8AC3E}">
        <p14:creationId xmlns:p14="http://schemas.microsoft.com/office/powerpoint/2010/main" val="2562629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926083-C339-4FFC-97C0-360440C1A42F}"/>
              </a:ext>
            </a:extLst>
          </p:cNvPr>
          <p:cNvSpPr>
            <a:spLocks noGrp="1"/>
          </p:cNvSpPr>
          <p:nvPr>
            <p:ph type="ctrTitle"/>
          </p:nvPr>
        </p:nvSpPr>
        <p:spPr>
          <a:xfrm>
            <a:off x="1143000" y="841375"/>
            <a:ext cx="6858000" cy="1790700"/>
          </a:xfrm>
        </p:spPr>
        <p:txBody>
          <a:bodyPr anchor="b"/>
          <a:lstStyle>
            <a:lvl1pPr algn="ctr">
              <a:defRPr sz="6000"/>
            </a:lvl1pPr>
          </a:lstStyle>
          <a:p>
            <a:r>
              <a:rPr lang="ja-JP" altLang="en-US"/>
              <a:t>マスター タイトルの書式設定</a:t>
            </a:r>
          </a:p>
        </p:txBody>
      </p:sp>
      <p:sp>
        <p:nvSpPr>
          <p:cNvPr id="3" name="字幕 2">
            <a:extLst>
              <a:ext uri="{FF2B5EF4-FFF2-40B4-BE49-F238E27FC236}">
                <a16:creationId xmlns:a16="http://schemas.microsoft.com/office/drawing/2014/main" id="{CCDFE102-B03F-263D-F743-7D1B522BD0D4}"/>
              </a:ext>
            </a:extLst>
          </p:cNvPr>
          <p:cNvSpPr>
            <a:spLocks noGrp="1"/>
          </p:cNvSpPr>
          <p:nvPr>
            <p:ph type="subTitle" idx="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p>
        </p:txBody>
      </p:sp>
      <p:sp>
        <p:nvSpPr>
          <p:cNvPr id="4" name="フッター プレースホルダー 3">
            <a:extLst>
              <a:ext uri="{FF2B5EF4-FFF2-40B4-BE49-F238E27FC236}">
                <a16:creationId xmlns:a16="http://schemas.microsoft.com/office/drawing/2014/main" id="{7A0D8756-7A84-6803-C0C5-FF7D242B599C}"/>
              </a:ext>
            </a:extLst>
          </p:cNvPr>
          <p:cNvSpPr>
            <a:spLocks noGrp="1"/>
          </p:cNvSpPr>
          <p:nvPr>
            <p:ph type="ftr" sz="quarter" idx="10"/>
          </p:nvPr>
        </p:nvSpPr>
        <p:spPr/>
        <p:txBody>
          <a:bodyPr/>
          <a:lstStyle/>
          <a:p>
            <a:r>
              <a:rPr lang="en-US" altLang="ja-JP"/>
              <a:t>© 2024 FNST</a:t>
            </a:r>
            <a:endParaRPr lang="de-DE" altLang="ja-JP"/>
          </a:p>
        </p:txBody>
      </p:sp>
      <p:sp>
        <p:nvSpPr>
          <p:cNvPr id="5" name="スライド番号プレースホルダー 4">
            <a:extLst>
              <a:ext uri="{FF2B5EF4-FFF2-40B4-BE49-F238E27FC236}">
                <a16:creationId xmlns:a16="http://schemas.microsoft.com/office/drawing/2014/main" id="{8539EA41-8FA9-A9E3-E0AA-20D60289158E}"/>
              </a:ext>
            </a:extLst>
          </p:cNvPr>
          <p:cNvSpPr>
            <a:spLocks noGrp="1"/>
          </p:cNvSpPr>
          <p:nvPr>
            <p:ph type="sldNum" sz="quarter" idx="11"/>
          </p:nvPr>
        </p:nvSpPr>
        <p:spPr/>
        <p:txBody>
          <a:body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1076145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Master">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6B15DF13-15E3-44BC-9435-C62B6B6302EB}"/>
              </a:ext>
              <a:ext uri="{C183D7F6-B498-43B3-948B-1728B52AA6E4}">
                <adec:decorative xmlns:adec="http://schemas.microsoft.com/office/drawing/2017/decorative" val="1"/>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a:xfrm>
            <a:off x="6602400" y="0"/>
            <a:ext cx="2541600" cy="5142461"/>
          </a:xfrm>
          <a:prstGeom prst="rect">
            <a:avLst/>
          </a:prstGeom>
        </p:spPr>
      </p:pic>
      <p:sp>
        <p:nvSpPr>
          <p:cNvPr id="2" name="Title 1"/>
          <p:cNvSpPr>
            <a:spLocks noGrp="1"/>
          </p:cNvSpPr>
          <p:nvPr>
            <p:ph type="ctrTitle" hasCustomPrompt="1"/>
          </p:nvPr>
        </p:nvSpPr>
        <p:spPr>
          <a:xfrm>
            <a:off x="233999" y="1116000"/>
            <a:ext cx="540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3067200"/>
            <a:ext cx="4748400" cy="1260000"/>
          </a:xfrm>
        </p:spPr>
        <p:txBody>
          <a:bodyPr anchor="t" anchorCtr="0">
            <a:noAutofit/>
          </a:bodyPr>
          <a:lstStyle>
            <a:lvl1pPr marL="0" indent="0" algn="l">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pic>
        <p:nvPicPr>
          <p:cNvPr id="20" name="図 19">
            <a:extLst>
              <a:ext uri="{FF2B5EF4-FFF2-40B4-BE49-F238E27FC236}">
                <a16:creationId xmlns:a16="http://schemas.microsoft.com/office/drawing/2014/main" id="{943DCFA9-F6CE-4F0F-B3EE-23D84F3C6FB4}"/>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5162717" y="1350838"/>
            <a:ext cx="3142798" cy="2442021"/>
          </a:xfrm>
          <a:prstGeom prst="rect">
            <a:avLst/>
          </a:prstGeom>
        </p:spPr>
      </p:pic>
      <p:pic>
        <p:nvPicPr>
          <p:cNvPr id="22" name="図 21" descr="FUJITSU-RESTRICTED">
            <a:extLst>
              <a:ext uri="{FF2B5EF4-FFF2-40B4-BE49-F238E27FC236}">
                <a16:creationId xmlns:a16="http://schemas.microsoft.com/office/drawing/2014/main" id="{9A7F1DCF-6C8B-47E0-BBD7-55A136B6DD5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pic>
        <p:nvPicPr>
          <p:cNvPr id="9" name="図 8" descr="Fujitsu">
            <a:extLst>
              <a:ext uri="{FF2B5EF4-FFF2-40B4-BE49-F238E27FC236}">
                <a16:creationId xmlns:a16="http://schemas.microsoft.com/office/drawing/2014/main" id="{8418B5F7-CF97-48AD-84E4-FA1CA3C083D1}"/>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7941468" y="245572"/>
            <a:ext cx="964800" cy="469450"/>
          </a:xfrm>
          <a:prstGeom prst="rect">
            <a:avLst/>
          </a:prstGeom>
        </p:spPr>
      </p:pic>
    </p:spTree>
    <p:extLst>
      <p:ext uri="{BB962C8B-B14F-4D97-AF65-F5344CB8AC3E}">
        <p14:creationId xmlns:p14="http://schemas.microsoft.com/office/powerpoint/2010/main" val="151500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Section dividers">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F3D10E5C-AE94-4D4A-B902-CDFDDFDE191B}"/>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43"/>
            <a:ext cx="9144000" cy="5141214"/>
          </a:xfrm>
          <a:prstGeom prst="rect">
            <a:avLst/>
          </a:prstGeom>
        </p:spPr>
      </p:pic>
      <p:sp>
        <p:nvSpPr>
          <p:cNvPr id="2" name="Title 1"/>
          <p:cNvSpPr>
            <a:spLocks noGrp="1"/>
          </p:cNvSpPr>
          <p:nvPr>
            <p:ph type="ctrTitle" hasCustomPrompt="1"/>
          </p:nvPr>
        </p:nvSpPr>
        <p:spPr>
          <a:xfrm>
            <a:off x="234000" y="1116000"/>
            <a:ext cx="8280000" cy="1440000"/>
          </a:xfrm>
        </p:spPr>
        <p:txBody>
          <a:bodyPr anchor="b">
            <a:noAutofit/>
          </a:bodyPr>
          <a:lstStyle>
            <a:lvl1pPr algn="l">
              <a:defRPr sz="3200">
                <a:solidFill>
                  <a:schemeClr val="tx1"/>
                </a:solidFill>
              </a:defRPr>
            </a:lvl1pPr>
          </a:lstStyle>
          <a:p>
            <a:r>
              <a:rPr lang="ja-JP" altLang="en-US"/>
              <a:t>タイトルを入力</a:t>
            </a:r>
            <a:endParaRPr lang="en-US"/>
          </a:p>
        </p:txBody>
      </p:sp>
      <p:sp>
        <p:nvSpPr>
          <p:cNvPr id="3" name="Subtitle 2"/>
          <p:cNvSpPr>
            <a:spLocks noGrp="1"/>
          </p:cNvSpPr>
          <p:nvPr>
            <p:ph type="subTitle" idx="1" hasCustomPrompt="1"/>
          </p:nvPr>
        </p:nvSpPr>
        <p:spPr>
          <a:xfrm>
            <a:off x="234000" y="2710800"/>
            <a:ext cx="8280000" cy="1447200"/>
          </a:xfrm>
        </p:spPr>
        <p:txBody>
          <a:bodyPr>
            <a:noAutofit/>
          </a:bodyPr>
          <a:lstStyle>
            <a:lvl1pPr marL="0" indent="0" algn="l">
              <a:buNone/>
              <a:defRPr sz="20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ja-JP" altLang="en-US"/>
              <a:t>サブタイトルを入力</a:t>
            </a:r>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lvl1pPr>
              <a:defRPr>
                <a:solidFill>
                  <a:schemeClr val="tx1"/>
                </a:solidFill>
              </a:defRPr>
            </a:lvl1pPr>
          </a:lstStyle>
          <a:p>
            <a:fld id="{4D029D89-7B63-4C94-AD4D-2E4D6BB83637}" type="slidenum">
              <a:rPr kumimoji="1" lang="ja-JP" altLang="en-US" smtClean="0"/>
              <a:pPr/>
              <a:t>‹#›</a:t>
            </a:fld>
            <a:endParaRPr kumimoji="1" lang="ja-JP" altLang="en-US"/>
          </a:p>
        </p:txBody>
      </p:sp>
      <p:pic>
        <p:nvPicPr>
          <p:cNvPr id="9" name="図 8" descr="FUJITSU-RESTRICTED">
            <a:extLst>
              <a:ext uri="{FF2B5EF4-FFF2-40B4-BE49-F238E27FC236}">
                <a16:creationId xmlns:a16="http://schemas.microsoft.com/office/drawing/2014/main" id="{C8299F3A-D8F3-4C04-A329-C9B75267E7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30400" y="4863874"/>
            <a:ext cx="1292691" cy="166263"/>
          </a:xfrm>
          <a:prstGeom prst="rect">
            <a:avLst/>
          </a:prstGeom>
        </p:spPr>
      </p:pic>
      <p:pic>
        <p:nvPicPr>
          <p:cNvPr id="11" name="図 10" descr="Fujitsu">
            <a:extLst>
              <a:ext uri="{FF2B5EF4-FFF2-40B4-BE49-F238E27FC236}">
                <a16:creationId xmlns:a16="http://schemas.microsoft.com/office/drawing/2014/main" id="{FCE5FD08-8BB6-4900-80DD-70B0204FD79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941468" y="245572"/>
            <a:ext cx="964800" cy="469450"/>
          </a:xfrm>
          <a:prstGeom prst="rect">
            <a:avLst/>
          </a:prstGeom>
        </p:spPr>
      </p:pic>
    </p:spTree>
    <p:extLst>
      <p:ext uri="{BB962C8B-B14F-4D97-AF65-F5344CB8AC3E}">
        <p14:creationId xmlns:p14="http://schemas.microsoft.com/office/powerpoint/2010/main" val="1795224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ext 1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11"/>
          </p:nvPr>
        </p:nvSpPr>
        <p:spPr/>
        <p:txBody>
          <a:bodyPr/>
          <a:lstStyle/>
          <a:p>
            <a:r>
              <a:rPr kumimoji="1" lang="en-US" altLang="ja-JP"/>
              <a:t>© 2024 FNST</a:t>
            </a:r>
            <a:endParaRPr kumimoji="1" lang="ja-JP" altLang="en-US"/>
          </a:p>
        </p:txBody>
      </p:sp>
      <p:sp>
        <p:nvSpPr>
          <p:cNvPr id="6" name="Slide Number Placeholder 5"/>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4053110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 preserve="1">
  <p:cSld name="Text 2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3" name="Content Placeholder 2"/>
          <p:cNvSpPr>
            <a:spLocks noGrp="1"/>
          </p:cNvSpPr>
          <p:nvPr>
            <p:ph sz="half" idx="1"/>
          </p:nvPr>
        </p:nvSpPr>
        <p:spPr>
          <a:xfrm>
            <a:off x="2304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4" name="Content Placeholder 3"/>
          <p:cNvSpPr>
            <a:spLocks noGrp="1"/>
          </p:cNvSpPr>
          <p:nvPr>
            <p:ph sz="half" idx="2"/>
          </p:nvPr>
        </p:nvSpPr>
        <p:spPr>
          <a:xfrm>
            <a:off x="4629600" y="950400"/>
            <a:ext cx="4280400" cy="3787200"/>
          </a:xfrm>
        </p:spPr>
        <p:txBody>
          <a:bodyPr/>
          <a:lstStyle>
            <a:lvl4pPr>
              <a:defRPr sz="1400"/>
            </a:lvl4pPr>
            <a:lvl5pPr>
              <a:defRPr sz="1400"/>
            </a:lvl5pPr>
            <a:lvl6pPr>
              <a:defRPr sz="1400"/>
            </a:lvl6pPr>
            <a:lvl7pPr>
              <a:defRPr sz="1400"/>
            </a:lvl7pPr>
            <a:lvl8pPr>
              <a:defRPr sz="1400"/>
            </a:lvl8pPr>
            <a:lvl9pPr>
              <a:defRPr sz="1400"/>
            </a:lvl9pPr>
          </a:lstStyle>
          <a:p>
            <a:pPr lvl="0"/>
            <a:r>
              <a:rPr lang="ja-JP" altLang="en-US"/>
              <a:t>マスター テキストの書式設定</a:t>
            </a:r>
          </a:p>
          <a:p>
            <a:pPr lvl="1"/>
            <a:r>
              <a:rPr lang="ja-JP" altLang="en-US"/>
              <a:t>第</a:t>
            </a:r>
            <a:r>
              <a:rPr lang="en-US" altLang="ja-JP"/>
              <a:t>2 </a:t>
            </a:r>
            <a:r>
              <a:rPr lang="ja-JP" altLang="en-US"/>
              <a:t>レベル</a:t>
            </a:r>
          </a:p>
          <a:p>
            <a:pPr lvl="2"/>
            <a:r>
              <a:rPr lang="ja-JP" altLang="en-US"/>
              <a:t>第</a:t>
            </a:r>
            <a:r>
              <a:rPr lang="en-US" altLang="ja-JP"/>
              <a:t>3 </a:t>
            </a:r>
            <a:r>
              <a:rPr lang="ja-JP" altLang="en-US"/>
              <a:t>レベル</a:t>
            </a:r>
          </a:p>
          <a:p>
            <a:pPr lvl="3"/>
            <a:r>
              <a:rPr lang="ja-JP" altLang="en-US"/>
              <a:t>第</a:t>
            </a:r>
            <a:r>
              <a:rPr lang="en-US" altLang="ja-JP"/>
              <a:t>4 </a:t>
            </a:r>
            <a:r>
              <a:rPr lang="ja-JP" altLang="en-US"/>
              <a:t>レベル</a:t>
            </a:r>
          </a:p>
          <a:p>
            <a:pPr lvl="4"/>
            <a:r>
              <a:rPr lang="ja-JP" altLang="en-US"/>
              <a:t>第</a:t>
            </a:r>
            <a:r>
              <a:rPr lang="en-US" altLang="ja-JP"/>
              <a:t>5 </a:t>
            </a:r>
            <a:r>
              <a:rPr lang="ja-JP" altLang="en-US"/>
              <a:t>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26451434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a:p>
        </p:txBody>
      </p:sp>
      <p:sp>
        <p:nvSpPr>
          <p:cNvPr id="6" name="Footer Placeholder 5"/>
          <p:cNvSpPr>
            <a:spLocks noGrp="1"/>
          </p:cNvSpPr>
          <p:nvPr>
            <p:ph type="ftr" sz="quarter" idx="11"/>
          </p:nvPr>
        </p:nvSpPr>
        <p:spPr/>
        <p:txBody>
          <a:bodyPr/>
          <a:lstStyle/>
          <a:p>
            <a:r>
              <a:rPr kumimoji="1" lang="en-US" altLang="ja-JP"/>
              <a:t>© 2024 FNST</a:t>
            </a:r>
            <a:endParaRPr kumimoji="1" lang="ja-JP" altLang="en-US"/>
          </a:p>
        </p:txBody>
      </p:sp>
      <p:sp>
        <p:nvSpPr>
          <p:cNvPr id="7" name="Slide Number Placeholder 6"/>
          <p:cNvSpPr>
            <a:spLocks noGrp="1"/>
          </p:cNvSpPr>
          <p:nvPr>
            <p:ph type="sldNum" sz="quarter" idx="12"/>
          </p:nvPr>
        </p:nvSpPr>
        <p:spPr>
          <a:xfrm>
            <a:off x="4302000" y="4878000"/>
            <a:ext cx="540000" cy="122400"/>
          </a:xfrm>
          <a:prstGeom prst="rect">
            <a:avLst/>
          </a:prstGeom>
        </p:spPr>
        <p:txBody>
          <a:bodyPr/>
          <a:lstStyle/>
          <a:p>
            <a:fld id="{4D029D89-7B63-4C94-AD4D-2E4D6BB83637}" type="slidenum">
              <a:rPr kumimoji="1" lang="ja-JP" altLang="en-US" smtClean="0"/>
              <a:t>‹#›</a:t>
            </a:fld>
            <a:endParaRPr kumimoji="1" lang="ja-JP" altLang="en-US"/>
          </a:p>
        </p:txBody>
      </p:sp>
    </p:spTree>
    <p:extLst>
      <p:ext uri="{BB962C8B-B14F-4D97-AF65-F5344CB8AC3E}">
        <p14:creationId xmlns:p14="http://schemas.microsoft.com/office/powerpoint/2010/main" val="801927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Closing page">
    <p:spTree>
      <p:nvGrpSpPr>
        <p:cNvPr id="1" name=""/>
        <p:cNvGrpSpPr/>
        <p:nvPr/>
      </p:nvGrpSpPr>
      <p:grpSpPr>
        <a:xfrm>
          <a:off x="0" y="0"/>
          <a:ext cx="0" cy="0"/>
          <a:chOff x="0" y="0"/>
          <a:chExt cx="0" cy="0"/>
        </a:xfrm>
      </p:grpSpPr>
      <p:pic>
        <p:nvPicPr>
          <p:cNvPr id="10" name="図 9">
            <a:extLst>
              <a:ext uri="{FF2B5EF4-FFF2-40B4-BE49-F238E27FC236}">
                <a16:creationId xmlns:a16="http://schemas.microsoft.com/office/drawing/2014/main" id="{BB94F7AB-9F65-4FBC-A95B-A62BCB07D80E}"/>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gray">
          <a:xfrm>
            <a:off x="4573847" y="0"/>
            <a:ext cx="4570153" cy="5143500"/>
          </a:xfrm>
          <a:prstGeom prst="rect">
            <a:avLst/>
          </a:prstGeom>
        </p:spPr>
      </p:pic>
      <p:pic>
        <p:nvPicPr>
          <p:cNvPr id="20" name="図 19">
            <a:extLst>
              <a:ext uri="{FF2B5EF4-FFF2-40B4-BE49-F238E27FC236}">
                <a16:creationId xmlns:a16="http://schemas.microsoft.com/office/drawing/2014/main" id="{8B2F974C-2586-44F6-B521-85BC5FA4904E}"/>
              </a:ext>
              <a:ext uri="{C183D7F6-B498-43B3-948B-1728B52AA6E4}">
                <adec:decorative xmlns:adec="http://schemas.microsoft.com/office/drawing/2017/decorative" val="1"/>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bwMode="gray">
          <a:xfrm>
            <a:off x="3104888" y="1298597"/>
            <a:ext cx="3275999" cy="2545521"/>
          </a:xfrm>
          <a:prstGeom prst="rect">
            <a:avLst/>
          </a:prstGeom>
        </p:spPr>
      </p:pic>
      <p:sp>
        <p:nvSpPr>
          <p:cNvPr id="30" name="テキスト ボックス 29">
            <a:extLst>
              <a:ext uri="{FF2B5EF4-FFF2-40B4-BE49-F238E27FC236}">
                <a16:creationId xmlns:a16="http://schemas.microsoft.com/office/drawing/2014/main" id="{8613DED7-82D0-49B9-8E63-BB17EBF8CE0D}"/>
              </a:ext>
            </a:extLst>
          </p:cNvPr>
          <p:cNvSpPr txBox="1"/>
          <p:nvPr userDrawn="1"/>
        </p:nvSpPr>
        <p:spPr bwMode="gray">
          <a:xfrm>
            <a:off x="129600" y="2008800"/>
            <a:ext cx="2876108" cy="738000"/>
          </a:xfrm>
          <a:prstGeom prst="rect">
            <a:avLst/>
          </a:prstGeom>
          <a:noFill/>
        </p:spPr>
        <p:txBody>
          <a:bodyPr wrap="none" rtlCol="0">
            <a:spAutoFit/>
          </a:bodyPr>
          <a:lstStyle/>
          <a:p>
            <a:r>
              <a:rPr kumimoji="1" lang="en-US" altLang="ja-JP" sz="4200" b="1"/>
              <a:t>Thank you</a:t>
            </a:r>
            <a:endParaRPr kumimoji="1" lang="ja-JP" altLang="en-US" sz="4200" b="1"/>
          </a:p>
        </p:txBody>
      </p:sp>
      <p:sp>
        <p:nvSpPr>
          <p:cNvPr id="5" name="Footer Placeholder 4"/>
          <p:cNvSpPr>
            <a:spLocks noGrp="1"/>
          </p:cNvSpPr>
          <p:nvPr>
            <p:ph type="ftr" sz="quarter" idx="11"/>
          </p:nvPr>
        </p:nvSpPr>
        <p:spPr bwMode="gray"/>
        <p:txBody>
          <a:bodyPr/>
          <a:lstStyle>
            <a:lvl1pPr>
              <a:defRPr>
                <a:solidFill>
                  <a:schemeClr val="tx1"/>
                </a:solidFill>
              </a:defRPr>
            </a:lvl1pPr>
          </a:lstStyle>
          <a:p>
            <a:r>
              <a:rPr kumimoji="1" lang="en-US" altLang="ja-JP"/>
              <a:t>© 2024 FNST</a:t>
            </a:r>
            <a:endParaRPr kumimoji="1" lang="ja-JP" altLang="en-US"/>
          </a:p>
        </p:txBody>
      </p:sp>
      <p:pic>
        <p:nvPicPr>
          <p:cNvPr id="8" name="図 7" descr="Fujitsu">
            <a:extLst>
              <a:ext uri="{FF2B5EF4-FFF2-40B4-BE49-F238E27FC236}">
                <a16:creationId xmlns:a16="http://schemas.microsoft.com/office/drawing/2014/main" id="{1558A32C-1900-4E45-8B33-3777905D9D21}"/>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gray">
          <a:xfrm>
            <a:off x="7941468" y="245572"/>
            <a:ext cx="964800" cy="469450"/>
          </a:xfrm>
          <a:prstGeom prst="rect">
            <a:avLst/>
          </a:prstGeom>
        </p:spPr>
      </p:pic>
    </p:spTree>
    <p:extLst>
      <p:ext uri="{BB962C8B-B14F-4D97-AF65-F5344CB8AC3E}">
        <p14:creationId xmlns:p14="http://schemas.microsoft.com/office/powerpoint/2010/main" val="44752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597">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slideLayout" Target="../slideLayouts/slideLayout21.xml"/><Relationship Id="rId7"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9" Type="http://schemas.openxmlformats.org/officeDocument/2006/relationships/image" Target="../media/image2.png"/></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27.xml"/><Relationship Id="rId7"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9"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theme" Target="../theme/theme4.xml"/><Relationship Id="rId1" Type="http://schemas.openxmlformats.org/officeDocument/2006/relationships/slideLayout" Target="../slideLayouts/slideLayout31.xml"/><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slideLayout" Target="../slideLayouts/slideLayout34.xml"/><Relationship Id="rId7" Type="http://schemas.openxmlformats.org/officeDocument/2006/relationships/theme" Target="../theme/theme5.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slideLayout" Target="../slideLayouts/slideLayout37.xml"/><Relationship Id="rId5" Type="http://schemas.openxmlformats.org/officeDocument/2006/relationships/slideLayout" Target="../slideLayouts/slideLayout36.xml"/><Relationship Id="rId10" Type="http://schemas.openxmlformats.org/officeDocument/2006/relationships/image" Target="../media/image23.png"/><Relationship Id="rId4" Type="http://schemas.openxmlformats.org/officeDocument/2006/relationships/slideLayout" Target="../slideLayouts/slideLayout35.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4" name="グループ化 3">
            <a:extLst>
              <a:ext uri="{FF2B5EF4-FFF2-40B4-BE49-F238E27FC236}">
                <a16:creationId xmlns:a16="http://schemas.microsoft.com/office/drawing/2014/main" id="{D2930927-F7CD-4860-8732-4C593D441EA8}"/>
              </a:ext>
            </a:extLst>
          </p:cNvPr>
          <p:cNvGrpSpPr/>
          <p:nvPr userDrawn="1"/>
        </p:nvGrpSpPr>
        <p:grpSpPr bwMode="gray">
          <a:xfrm>
            <a:off x="1143" y="-3923"/>
            <a:ext cx="9142857" cy="716400"/>
            <a:chOff x="1143" y="-3923"/>
            <a:chExt cx="9142857" cy="716400"/>
          </a:xfrm>
        </p:grpSpPr>
        <p:pic>
          <p:nvPicPr>
            <p:cNvPr id="16" name="図 15">
              <a:extLst>
                <a:ext uri="{FF2B5EF4-FFF2-40B4-BE49-F238E27FC236}">
                  <a16:creationId xmlns:a16="http://schemas.microsoft.com/office/drawing/2014/main" id="{EC4032A0-0F3E-4051-906C-63D2CF184B96}"/>
                </a:ext>
                <a:ext uri="{C183D7F6-B498-43B3-948B-1728B52AA6E4}">
                  <adec:decorative xmlns:adec="http://schemas.microsoft.com/office/drawing/2017/decorative" val="1"/>
                </a:ext>
              </a:extLst>
            </p:cNvPr>
            <p:cNvPicPr>
              <a:picLocks noChangeAspect="1"/>
            </p:cNvPicPr>
            <p:nvPr userDrawn="1"/>
          </p:nvPicPr>
          <p:blipFill rotWithShape="1">
            <a:blip r:embed="rId20" cstate="print">
              <a:extLst>
                <a:ext uri="{28A0092B-C50C-407E-A947-70E740481C1C}">
                  <a14:useLocalDpi xmlns:a14="http://schemas.microsoft.com/office/drawing/2010/main"/>
                </a:ext>
              </a:extLst>
            </a:blip>
            <a:srcRect/>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7210403B-E461-4A5C-B672-595B72C20F42}"/>
                </a:ext>
              </a:extLst>
            </p:cNvPr>
            <p:cNvSpPr/>
            <p:nvPr userDrawn="1"/>
          </p:nvSpPr>
          <p:spPr bwMode="gray">
            <a:xfrm>
              <a:off x="6637867" y="-2055"/>
              <a:ext cx="2506132" cy="714532"/>
            </a:xfrm>
            <a:prstGeom prst="rect">
              <a:avLst/>
            </a:prstGeom>
            <a:gradFill flip="none" rotWithShape="1">
              <a:gsLst>
                <a:gs pos="0">
                  <a:schemeClr val="accent4">
                    <a:alpha val="50000"/>
                  </a:schemeClr>
                </a:gs>
                <a:gs pos="100000">
                  <a:schemeClr val="accent4">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err="1">
                <a:solidFill>
                  <a:schemeClr val="tx1"/>
                </a:solidFill>
              </a:endParaRPr>
            </a:p>
          </p:txBody>
        </p:sp>
      </p:grpSp>
      <p:sp>
        <p:nvSpPr>
          <p:cNvPr id="2" name="Title Placeholder 1"/>
          <p:cNvSpPr>
            <a:spLocks noGrp="1"/>
          </p:cNvSpPr>
          <p:nvPr>
            <p:ph type="title"/>
          </p:nvPr>
        </p:nvSpPr>
        <p:spPr bwMode="gray">
          <a:xfrm>
            <a:off x="234000" y="32400"/>
            <a:ext cx="7740000" cy="655200"/>
          </a:xfrm>
          <a:prstGeom prst="rect">
            <a:avLst/>
          </a:prstGeom>
        </p:spPr>
        <p:txBody>
          <a:bodyPr vert="horz" lIns="0" tIns="0" rIns="0" bIns="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Autofit/>
          </a:bodyPr>
          <a:lstStyle/>
          <a:p>
            <a:pPr lvl="0"/>
            <a:r>
              <a:rPr lang="ja-JP" altLang="en-US"/>
              <a:t>マスター テキストの書式設定</a:t>
            </a:r>
          </a:p>
          <a:p>
            <a:pPr lvl="1"/>
            <a:r>
              <a:rPr lang="ja-JP" altLang="en-US"/>
              <a:t>第</a:t>
            </a:r>
            <a:r>
              <a:rPr lang="en-US" altLang="ja-JP"/>
              <a:t>2</a:t>
            </a:r>
            <a:r>
              <a:rPr lang="ja-JP" altLang="en-US"/>
              <a:t> レベル</a:t>
            </a:r>
          </a:p>
          <a:p>
            <a:pPr lvl="2"/>
            <a:r>
              <a:rPr lang="ja-JP" altLang="en-US"/>
              <a:t>第</a:t>
            </a:r>
            <a:r>
              <a:rPr lang="en-US" altLang="ja-JP"/>
              <a:t>3</a:t>
            </a:r>
            <a:r>
              <a:rPr lang="ja-JP" altLang="en-US"/>
              <a:t> レベル</a:t>
            </a:r>
          </a:p>
          <a:p>
            <a:pPr lvl="3"/>
            <a:r>
              <a:rPr lang="ja-JP" altLang="en-US"/>
              <a:t>第</a:t>
            </a:r>
            <a:r>
              <a:rPr lang="en-US" altLang="ja-JP"/>
              <a:t>4</a:t>
            </a:r>
            <a:r>
              <a:rPr lang="ja-JP" altLang="en-US"/>
              <a:t> レベル</a:t>
            </a:r>
          </a:p>
          <a:p>
            <a:pPr lvl="4"/>
            <a:r>
              <a:rPr lang="ja-JP" altLang="en-US"/>
              <a:t>第</a:t>
            </a:r>
            <a:r>
              <a:rPr lang="en-US" altLang="ja-JP"/>
              <a:t>5</a:t>
            </a:r>
            <a:r>
              <a:rPr lang="ja-JP" altLang="en-US"/>
              <a:t> 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grpSp>
        <p:nvGrpSpPr>
          <p:cNvPr id="24" name="Group 27" descr="Fujitsu">
            <a:extLst>
              <a:ext uri="{FF2B5EF4-FFF2-40B4-BE49-F238E27FC236}">
                <a16:creationId xmlns:a16="http://schemas.microsoft.com/office/drawing/2014/main" id="{A07104EE-4D01-46CC-8925-8219D485EA0D}"/>
              </a:ext>
            </a:extLst>
          </p:cNvPr>
          <p:cNvGrpSpPr/>
          <p:nvPr userDrawn="1"/>
        </p:nvGrpSpPr>
        <p:grpSpPr bwMode="gray">
          <a:xfrm>
            <a:off x="8169274" y="180891"/>
            <a:ext cx="741363" cy="361336"/>
            <a:chOff x="8012114" y="249161"/>
            <a:chExt cx="892174" cy="434841"/>
          </a:xfrm>
        </p:grpSpPr>
        <p:sp>
          <p:nvSpPr>
            <p:cNvPr id="25" name="Freeform 34">
              <a:extLst>
                <a:ext uri="{FF2B5EF4-FFF2-40B4-BE49-F238E27FC236}">
                  <a16:creationId xmlns:a16="http://schemas.microsoft.com/office/drawing/2014/main" id="{DC306A35-3AAE-46F0-AAF9-46A388793D3D}"/>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5">
              <a:extLst>
                <a:ext uri="{FF2B5EF4-FFF2-40B4-BE49-F238E27FC236}">
                  <a16:creationId xmlns:a16="http://schemas.microsoft.com/office/drawing/2014/main" id="{11903FFF-471E-47B8-935B-CD39B18D8F95}"/>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6">
              <a:extLst>
                <a:ext uri="{FF2B5EF4-FFF2-40B4-BE49-F238E27FC236}">
                  <a16:creationId xmlns:a16="http://schemas.microsoft.com/office/drawing/2014/main" id="{671BE6C8-767D-4D59-881D-429EB92BA14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7">
              <a:extLst>
                <a:ext uri="{FF2B5EF4-FFF2-40B4-BE49-F238E27FC236}">
                  <a16:creationId xmlns:a16="http://schemas.microsoft.com/office/drawing/2014/main" id="{D18DC024-7E92-4916-AAE6-1F645CDFB68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8">
              <a:extLst>
                <a:ext uri="{FF2B5EF4-FFF2-40B4-BE49-F238E27FC236}">
                  <a16:creationId xmlns:a16="http://schemas.microsoft.com/office/drawing/2014/main" id="{B7CF43AA-546E-4C2B-933E-7F30C4469D1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9">
              <a:extLst>
                <a:ext uri="{FF2B5EF4-FFF2-40B4-BE49-F238E27FC236}">
                  <a16:creationId xmlns:a16="http://schemas.microsoft.com/office/drawing/2014/main" id="{FF1F7038-0943-4E45-AF4F-011183ACAE79}"/>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0">
              <a:extLst>
                <a:ext uri="{FF2B5EF4-FFF2-40B4-BE49-F238E27FC236}">
                  <a16:creationId xmlns:a16="http://schemas.microsoft.com/office/drawing/2014/main" id="{1D5D1B76-1664-428D-9E03-BB04B259513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41">
              <a:extLst>
                <a:ext uri="{FF2B5EF4-FFF2-40B4-BE49-F238E27FC236}">
                  <a16:creationId xmlns:a16="http://schemas.microsoft.com/office/drawing/2014/main" id="{CABF1A31-A3C1-40C7-B3A4-04BCF3CB3D37}"/>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9" name="図 18" descr="FUJITSU-RESTRICTED">
            <a:extLst>
              <a:ext uri="{FF2B5EF4-FFF2-40B4-BE49-F238E27FC236}">
                <a16:creationId xmlns:a16="http://schemas.microsoft.com/office/drawing/2014/main" id="{AC75AECE-DC0D-4FFA-8C8C-2454DF09A76D}"/>
              </a:ext>
            </a:extLst>
          </p:cNvPr>
          <p:cNvPicPr>
            <a:picLocks noChangeAspect="1"/>
          </p:cNvPicPr>
          <p:nvPr userDrawn="1"/>
        </p:nvPicPr>
        <p:blipFill>
          <a:blip r:embed="rId21">
            <a:extLst>
              <a:ext uri="{28A0092B-C50C-407E-A947-70E740481C1C}">
                <a14:useLocalDpi xmlns:a14="http://schemas.microsoft.com/office/drawing/2010/main" val="0"/>
              </a:ext>
            </a:extLst>
          </a:blip>
          <a:stretch>
            <a:fillRect/>
          </a:stretch>
        </p:blipFill>
        <p:spPr bwMode="gray">
          <a:xfrm>
            <a:off x="230400" y="4920241"/>
            <a:ext cx="1292691" cy="166263"/>
          </a:xfrm>
          <a:prstGeom prst="rect">
            <a:avLst/>
          </a:prstGeom>
        </p:spPr>
      </p:pic>
      <p:sp>
        <p:nvSpPr>
          <p:cNvPr id="5" name="Footer Placeholder 4"/>
          <p:cNvSpPr>
            <a:spLocks noGrp="1"/>
          </p:cNvSpPr>
          <p:nvPr>
            <p:ph type="ftr" sz="quarter" idx="3"/>
          </p:nvPr>
        </p:nvSpPr>
        <p:spPr bwMode="gray">
          <a:xfrm>
            <a:off x="7758000" y="4949372"/>
            <a:ext cx="1155600" cy="108000"/>
          </a:xfrm>
          <a:prstGeom prst="rect">
            <a:avLst/>
          </a:prstGeom>
        </p:spPr>
        <p:txBody>
          <a:bodyPr vert="horz" wrap="none" lIns="0" tIns="0" rIns="0" bIns="0" rtlCol="0" anchor="ctr"/>
          <a:lstStyle>
            <a:lvl1pPr algn="r">
              <a:defRPr sz="700">
                <a:solidFill>
                  <a:schemeClr val="tx1"/>
                </a:solidFill>
                <a:latin typeface="Tahoma" panose="020B0604030504040204" pitchFamily="34" charset="0"/>
                <a:cs typeface="Tahoma" panose="020B0604030504040204" pitchFamily="34" charset="0"/>
              </a:defRPr>
            </a:lvl1pPr>
          </a:lstStyle>
          <a:p>
            <a:r>
              <a:rPr lang="en-US" altLang="ja-JP">
                <a:ea typeface="Tahoma" panose="020B0604030504040204" pitchFamily="34" charset="0"/>
              </a:rPr>
              <a:t>© 2024 FNST</a:t>
            </a:r>
            <a:endParaRPr lang="de-DE" altLang="ja-JP">
              <a:ea typeface="Tahoma" panose="020B0604030504040204" pitchFamily="34" charset="0"/>
            </a:endParaRPr>
          </a:p>
        </p:txBody>
      </p:sp>
      <p:sp>
        <p:nvSpPr>
          <p:cNvPr id="18" name="Slide Number Placeholder 5">
            <a:extLst>
              <a:ext uri="{FF2B5EF4-FFF2-40B4-BE49-F238E27FC236}">
                <a16:creationId xmlns:a16="http://schemas.microsoft.com/office/drawing/2014/main" id="{00DC7B19-3A52-4E26-9964-A6ACE89649FC}"/>
              </a:ext>
            </a:extLst>
          </p:cNvPr>
          <p:cNvSpPr>
            <a:spLocks noGrp="1"/>
          </p:cNvSpPr>
          <p:nvPr>
            <p:ph type="sldNum" sz="quarter" idx="4"/>
          </p:nvPr>
        </p:nvSpPr>
        <p:spPr bwMode="gray">
          <a:xfrm>
            <a:off x="4302000" y="4942172"/>
            <a:ext cx="540000" cy="122400"/>
          </a:xfrm>
          <a:prstGeom prst="rect">
            <a:avLst/>
          </a:prstGeom>
        </p:spPr>
        <p:txBody>
          <a:bodyPr vert="horz" lIns="0" tIns="0" rIns="0" bIns="0" rtlCol="0" anchor="ctr"/>
          <a:lstStyle>
            <a:lvl1pPr algn="ctr">
              <a:defRPr sz="800">
                <a:solidFill>
                  <a:schemeClr val="tx1"/>
                </a:solidFill>
                <a:latin typeface="Meiryo UI" panose="020B0604030504040204" pitchFamily="50" charset="-128"/>
                <a:ea typeface="Meiryo UI" panose="020B0604030504040204" pitchFamily="50" charset="-128"/>
                <a:cs typeface="Tahoma" panose="020B060403050404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4240899197"/>
      </p:ext>
    </p:extLst>
  </p:cSld>
  <p:clrMap bg1="lt1" tx1="dk1" bg2="lt2" tx2="dk2" accent1="accent1" accent2="accent2" accent3="accent3" accent4="accent4" accent5="accent5" accent6="accent6" hlink="hlink" folHlink="folHlink"/>
  <p:sldLayoutIdLst>
    <p:sldLayoutId id="2147483721" r:id="rId1"/>
    <p:sldLayoutId id="2147483699" r:id="rId2"/>
    <p:sldLayoutId id="2147483700" r:id="rId3"/>
    <p:sldLayoutId id="2147483701" r:id="rId4"/>
    <p:sldLayoutId id="2147483702" r:id="rId5"/>
    <p:sldLayoutId id="2147483722" r:id="rId6"/>
    <p:sldLayoutId id="2147483727" r:id="rId7"/>
    <p:sldLayoutId id="2147483728" r:id="rId8"/>
    <p:sldLayoutId id="2147483729" r:id="rId9"/>
    <p:sldLayoutId id="2147483730" r:id="rId10"/>
    <p:sldLayoutId id="2147483731" r:id="rId11"/>
    <p:sldLayoutId id="2147483732" r:id="rId12"/>
    <p:sldLayoutId id="2147483723" r:id="rId13"/>
    <p:sldLayoutId id="2147483706" r:id="rId14"/>
    <p:sldLayoutId id="2147483707" r:id="rId15"/>
    <p:sldLayoutId id="2147483708" r:id="rId16"/>
    <p:sldLayoutId id="2147483709" r:id="rId17"/>
    <p:sldLayoutId id="2147483724" r:id="rId18"/>
  </p:sldLayoutIdLst>
  <p:hf hdr="0" dt="0"/>
  <p:txStyles>
    <p:titleStyle>
      <a:lvl1pPr algn="l" defTabSz="685800" rtl="0" eaLnBrk="1" latinLnBrk="0" hangingPunct="1">
        <a:lnSpc>
          <a:spcPct val="100000"/>
        </a:lnSpc>
        <a:spcBef>
          <a:spcPct val="0"/>
        </a:spcBef>
        <a:buNone/>
        <a:defRPr kumimoji="1" sz="2800" b="1" kern="1200">
          <a:solidFill>
            <a:schemeClr val="bg1"/>
          </a:solidFill>
          <a:latin typeface="Meiryo UI" panose="020B0604030504040204" pitchFamily="50" charset="-128"/>
          <a:ea typeface="Meiryo UI" panose="020B0604030504040204" pitchFamily="50" charset="-128"/>
          <a:cs typeface="+mj-cs"/>
        </a:defRPr>
      </a:lvl1pPr>
    </p:titleStyle>
    <p:bodyStyle>
      <a:lvl1pPr marL="271463" indent="-271463" algn="l" defTabSz="685800" rtl="0" eaLnBrk="1" latinLnBrk="0" hangingPunct="1">
        <a:lnSpc>
          <a:spcPct val="100000"/>
        </a:lnSpc>
        <a:spcBef>
          <a:spcPts val="600"/>
        </a:spcBef>
        <a:buClr>
          <a:schemeClr val="accent4"/>
        </a:buClr>
        <a:buSzPct val="100000"/>
        <a:buFont typeface="Meiryo UI" panose="020B0604030504040204" pitchFamily="50" charset="-128"/>
        <a:buChar char="◎"/>
        <a:defRPr kumimoji="1" sz="2200" kern="1200">
          <a:solidFill>
            <a:schemeClr val="tx1"/>
          </a:solidFill>
          <a:latin typeface="Meiryo UI" panose="020B0604030504040204" pitchFamily="50" charset="-128"/>
          <a:ea typeface="Meiryo UI" panose="020B0604030504040204" pitchFamily="50" charset="-128"/>
          <a:cs typeface="+mn-cs"/>
        </a:defRPr>
      </a:lvl1pPr>
      <a:lvl2pPr marL="536575" indent="-265113" algn="l" defTabSz="685800" rtl="0" eaLnBrk="1" latinLnBrk="0" hangingPunct="1">
        <a:lnSpc>
          <a:spcPct val="100000"/>
        </a:lnSpc>
        <a:spcBef>
          <a:spcPts val="600"/>
        </a:spcBef>
        <a:buClr>
          <a:srgbClr val="2400B0"/>
        </a:buClr>
        <a:buSzPct val="100000"/>
        <a:buFont typeface="Wingdings" panose="05000000000000000000" pitchFamily="2" charset="2"/>
        <a:buChar char="l"/>
        <a:defRPr kumimoji="1" sz="1800" kern="1200">
          <a:solidFill>
            <a:schemeClr val="tx1"/>
          </a:solidFill>
          <a:latin typeface="Meiryo UI" panose="020B0604030504040204" pitchFamily="50" charset="-128"/>
          <a:ea typeface="Meiryo UI" panose="020B0604030504040204" pitchFamily="50" charset="-128"/>
          <a:cs typeface="+mn-cs"/>
        </a:defRPr>
      </a:lvl2pPr>
      <a:lvl3pPr marL="808038" indent="-271463" algn="l" defTabSz="685800" rtl="0" eaLnBrk="1" latinLnBrk="0" hangingPunct="1">
        <a:lnSpc>
          <a:spcPct val="100000"/>
        </a:lnSpc>
        <a:spcBef>
          <a:spcPts val="600"/>
        </a:spcBef>
        <a:buClr>
          <a:schemeClr val="tx1">
            <a:lumMod val="95000"/>
            <a:lumOff val="5000"/>
          </a:schemeClr>
        </a:buClr>
        <a:buSzPct val="100000"/>
        <a:buFont typeface="Tahoma" panose="020B060403050404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100000"/>
        </a:lnSpc>
        <a:spcBef>
          <a:spcPts val="600"/>
        </a:spcBef>
        <a:buClr>
          <a:schemeClr val="bg1">
            <a:lumMod val="50000"/>
          </a:schemeClr>
        </a:buClr>
        <a:buSzPct val="130000"/>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6pPr>
      <a:lvl7pPr marL="22288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7pPr>
      <a:lvl8pPr marL="25717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8pPr>
      <a:lvl9pPr marL="29146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1CC55719-5FCA-4A45-9B29-537E4451782E}"/>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3"/>
            <a:ext cx="9144000" cy="716400"/>
          </a:xfrm>
          <a:prstGeom prst="rect">
            <a:avLst/>
          </a:prstGeom>
        </p:spPr>
      </p:pic>
      <p:sp>
        <p:nvSpPr>
          <p:cNvPr id="2" name="Title Placeholder 1"/>
          <p:cNvSpPr>
            <a:spLocks noGrp="1"/>
          </p:cNvSpPr>
          <p:nvPr>
            <p:ph type="title"/>
          </p:nvPr>
        </p:nvSpPr>
        <p:spPr bwMode="gray">
          <a:xfrm>
            <a:off x="234000" y="30600"/>
            <a:ext cx="7740000" cy="655200"/>
          </a:xfrm>
          <a:prstGeom prst="rect">
            <a:avLst/>
          </a:prstGeom>
        </p:spPr>
        <p:txBody>
          <a:bodyPr vert="horz" lIns="0" tIns="108000" rIns="0" bIns="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rmAutofit/>
          </a:bodyPr>
          <a:lstStyle/>
          <a:p>
            <a:pPr lvl="0"/>
            <a:r>
              <a:rPr lang="ja-JP" altLang="en-US"/>
              <a:t>マスター テキストの書式設定</a:t>
            </a:r>
          </a:p>
          <a:p>
            <a:pPr lvl="1"/>
            <a:r>
              <a:rPr lang="ja-JP" altLang="en-US"/>
              <a:t>第</a:t>
            </a:r>
            <a:r>
              <a:rPr lang="en-US" altLang="ja-JP"/>
              <a:t>2</a:t>
            </a:r>
            <a:r>
              <a:rPr lang="ja-JP" altLang="en-US"/>
              <a:t> レベル</a:t>
            </a:r>
          </a:p>
          <a:p>
            <a:pPr lvl="2"/>
            <a:r>
              <a:rPr lang="ja-JP" altLang="en-US"/>
              <a:t>第</a:t>
            </a:r>
            <a:r>
              <a:rPr lang="en-US" altLang="ja-JP"/>
              <a:t>3</a:t>
            </a:r>
            <a:r>
              <a:rPr lang="ja-JP" altLang="en-US"/>
              <a:t> レベル</a:t>
            </a:r>
          </a:p>
          <a:p>
            <a:pPr lvl="3"/>
            <a:r>
              <a:rPr lang="ja-JP" altLang="en-US"/>
              <a:t>第</a:t>
            </a:r>
            <a:r>
              <a:rPr lang="en-US" altLang="ja-JP"/>
              <a:t>4</a:t>
            </a:r>
            <a:r>
              <a:rPr lang="ja-JP" altLang="en-US"/>
              <a:t> レベル</a:t>
            </a:r>
          </a:p>
          <a:p>
            <a:pPr lvl="4"/>
            <a:r>
              <a:rPr lang="ja-JP" altLang="en-US"/>
              <a:t>第</a:t>
            </a:r>
            <a:r>
              <a:rPr lang="en-US" altLang="ja-JP"/>
              <a:t>5</a:t>
            </a:r>
            <a:r>
              <a:rPr lang="ja-JP" altLang="en-US"/>
              <a:t> 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grpSp>
        <p:nvGrpSpPr>
          <p:cNvPr id="24" name="Group 27" descr="Fujitsu">
            <a:extLst>
              <a:ext uri="{FF2B5EF4-FFF2-40B4-BE49-F238E27FC236}">
                <a16:creationId xmlns:a16="http://schemas.microsoft.com/office/drawing/2014/main" id="{A07104EE-4D01-46CC-8925-8219D485EA0D}"/>
              </a:ext>
            </a:extLst>
          </p:cNvPr>
          <p:cNvGrpSpPr/>
          <p:nvPr userDrawn="1"/>
        </p:nvGrpSpPr>
        <p:grpSpPr bwMode="gray">
          <a:xfrm>
            <a:off x="8169274" y="180891"/>
            <a:ext cx="741363" cy="361336"/>
            <a:chOff x="8012114" y="249161"/>
            <a:chExt cx="892174" cy="434841"/>
          </a:xfrm>
        </p:grpSpPr>
        <p:sp>
          <p:nvSpPr>
            <p:cNvPr id="25" name="Freeform 34">
              <a:extLst>
                <a:ext uri="{FF2B5EF4-FFF2-40B4-BE49-F238E27FC236}">
                  <a16:creationId xmlns:a16="http://schemas.microsoft.com/office/drawing/2014/main" id="{DC306A35-3AAE-46F0-AAF9-46A388793D3D}"/>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5">
              <a:extLst>
                <a:ext uri="{FF2B5EF4-FFF2-40B4-BE49-F238E27FC236}">
                  <a16:creationId xmlns:a16="http://schemas.microsoft.com/office/drawing/2014/main" id="{11903FFF-471E-47B8-935B-CD39B18D8F95}"/>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6">
              <a:extLst>
                <a:ext uri="{FF2B5EF4-FFF2-40B4-BE49-F238E27FC236}">
                  <a16:creationId xmlns:a16="http://schemas.microsoft.com/office/drawing/2014/main" id="{671BE6C8-767D-4D59-881D-429EB92BA14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7">
              <a:extLst>
                <a:ext uri="{FF2B5EF4-FFF2-40B4-BE49-F238E27FC236}">
                  <a16:creationId xmlns:a16="http://schemas.microsoft.com/office/drawing/2014/main" id="{D18DC024-7E92-4916-AAE6-1F645CDFB68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8">
              <a:extLst>
                <a:ext uri="{FF2B5EF4-FFF2-40B4-BE49-F238E27FC236}">
                  <a16:creationId xmlns:a16="http://schemas.microsoft.com/office/drawing/2014/main" id="{B7CF43AA-546E-4C2B-933E-7F30C4469D1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9">
              <a:extLst>
                <a:ext uri="{FF2B5EF4-FFF2-40B4-BE49-F238E27FC236}">
                  <a16:creationId xmlns:a16="http://schemas.microsoft.com/office/drawing/2014/main" id="{FF1F7038-0943-4E45-AF4F-011183ACAE79}"/>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0">
              <a:extLst>
                <a:ext uri="{FF2B5EF4-FFF2-40B4-BE49-F238E27FC236}">
                  <a16:creationId xmlns:a16="http://schemas.microsoft.com/office/drawing/2014/main" id="{1D5D1B76-1664-428D-9E03-BB04B259513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41">
              <a:extLst>
                <a:ext uri="{FF2B5EF4-FFF2-40B4-BE49-F238E27FC236}">
                  <a16:creationId xmlns:a16="http://schemas.microsoft.com/office/drawing/2014/main" id="{CABF1A31-A3C1-40C7-B3A4-04BCF3CB3D37}"/>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8" name="図 17" descr="FUJITSU-RESTRICTED">
            <a:extLst>
              <a:ext uri="{FF2B5EF4-FFF2-40B4-BE49-F238E27FC236}">
                <a16:creationId xmlns:a16="http://schemas.microsoft.com/office/drawing/2014/main" id="{DB3A9F17-4176-47AB-B3AA-B016A568D1C4}"/>
              </a:ext>
              <a:ext uri="{C183D7F6-B498-43B3-948B-1728B52AA6E4}">
                <adec:decorative xmlns:adec="http://schemas.microsoft.com/office/drawing/2017/decorative" val="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2024 FNST</a:t>
            </a:r>
            <a:endParaRPr lang="de-DE" altLang="ja-JP"/>
          </a:p>
        </p:txBody>
      </p:sp>
      <p:sp>
        <p:nvSpPr>
          <p:cNvPr id="17" name="Slide Number Placeholder 5">
            <a:extLst>
              <a:ext uri="{FF2B5EF4-FFF2-40B4-BE49-F238E27FC236}">
                <a16:creationId xmlns:a16="http://schemas.microsoft.com/office/drawing/2014/main" id="{5FD66971-1663-4735-86AA-EDAC07B3B6E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2133628830"/>
      </p:ext>
    </p:extLst>
  </p:cSld>
  <p:clrMap bg1="lt1" tx1="dk1" bg2="lt2" tx2="dk2" accent1="accent1" accent2="accent2" accent3="accent3" accent4="accent4" accent5="accent5" accent6="accent6" hlink="hlink" folHlink="folHlink"/>
  <p:sldLayoutIdLst>
    <p:sldLayoutId id="2147483717" r:id="rId1"/>
    <p:sldLayoutId id="2147483685" r:id="rId2"/>
    <p:sldLayoutId id="2147483686" r:id="rId3"/>
    <p:sldLayoutId id="2147483687" r:id="rId4"/>
    <p:sldLayoutId id="2147483688" r:id="rId5"/>
    <p:sldLayoutId id="2147483718"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90000"/>
        </a:lnSpc>
        <a:spcBef>
          <a:spcPts val="750"/>
        </a:spcBef>
        <a:buClr>
          <a:schemeClr val="accent1"/>
        </a:buClr>
        <a:buSzPct val="130000"/>
        <a:buFont typeface="Tahoma" panose="020B0604030504040204" pitchFamily="34" charset="0"/>
        <a:buChar char="○"/>
        <a:defRPr kumimoji="1" sz="2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3"/>
        </a:buClr>
        <a:buSzPct val="130000"/>
        <a:buFont typeface="Tahoma" panose="020B060403050404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tx1">
            <a:lumMod val="50000"/>
            <a:lumOff val="50000"/>
          </a:schemeClr>
        </a:buClr>
        <a:buSzPct val="130000"/>
        <a:buFont typeface="Tahoma" panose="020B0604030504040204" pitchFamily="34" charset="0"/>
        <a:buChar char="○"/>
        <a:defRPr kumimoji="1"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1">
            <a:lumMod val="50000"/>
          </a:schemeClr>
        </a:buClr>
        <a:buSzPct val="130000"/>
        <a:buFont typeface="Arial" panose="020B0604020202020204" pitchFamily="34" charset="0"/>
        <a:buChar char="●"/>
        <a:defRPr kumimoji="1"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A610FE8-4E13-44F5-8261-1F6C83957A07}"/>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83"/>
          <a:stretch/>
        </p:blipFill>
        <p:spPr bwMode="gray">
          <a:xfrm>
            <a:off x="0" y="-4012"/>
            <a:ext cx="9144000" cy="716400"/>
          </a:xfrm>
          <a:prstGeom prst="rect">
            <a:avLst/>
          </a:prstGeom>
        </p:spPr>
      </p:pic>
      <p:sp>
        <p:nvSpPr>
          <p:cNvPr id="20" name="正方形/長方形 3">
            <a:extLst>
              <a:ext uri="{FF2B5EF4-FFF2-40B4-BE49-F238E27FC236}">
                <a16:creationId xmlns:a16="http://schemas.microsoft.com/office/drawing/2014/main" id="{01B82633-049F-4C00-BBD3-E3F88671F94A}"/>
              </a:ext>
            </a:extLst>
          </p:cNvPr>
          <p:cNvSpPr/>
          <p:nvPr userDrawn="1"/>
        </p:nvSpPr>
        <p:spPr bwMode="gray">
          <a:xfrm>
            <a:off x="6796877" y="-2144"/>
            <a:ext cx="2347122" cy="714532"/>
          </a:xfrm>
          <a:prstGeom prst="rect">
            <a:avLst/>
          </a:prstGeom>
          <a:gradFill flip="none" rotWithShape="1">
            <a:gsLst>
              <a:gs pos="0">
                <a:schemeClr val="accent1">
                  <a:alpha val="80000"/>
                </a:schemeClr>
              </a:gs>
              <a:gs pos="100000">
                <a:schemeClr val="accent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sp>
        <p:nvSpPr>
          <p:cNvPr id="2" name="Title Placeholder 1">
            <a:extLst>
              <a:ext uri="{C183D7F6-B498-43B3-948B-1728B52AA6E4}">
                <adec:decorative xmlns:adec="http://schemas.microsoft.com/office/drawing/2017/decorative" val="0"/>
              </a:ext>
            </a:extLst>
          </p:cNvPr>
          <p:cNvSpPr>
            <a:spLocks noGrp="1"/>
          </p:cNvSpPr>
          <p:nvPr>
            <p:ph type="title"/>
          </p:nvPr>
        </p:nvSpPr>
        <p:spPr bwMode="gray">
          <a:xfrm>
            <a:off x="234000" y="32400"/>
            <a:ext cx="7740000" cy="655200"/>
          </a:xfrm>
          <a:prstGeom prst="rect">
            <a:avLst/>
          </a:prstGeom>
        </p:spPr>
        <p:txBody>
          <a:bodyPr vert="horz" lIns="0" tIns="108000" rIns="0" bIns="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rmAutofit/>
          </a:bodyPr>
          <a:lstStyle/>
          <a:p>
            <a:pPr lvl="0"/>
            <a:r>
              <a:rPr lang="ja-JP" altLang="en-US"/>
              <a:t>マスター テキストの書式設定</a:t>
            </a:r>
          </a:p>
          <a:p>
            <a:pPr lvl="1"/>
            <a:r>
              <a:rPr lang="ja-JP" altLang="en-US"/>
              <a:t>第</a:t>
            </a:r>
            <a:r>
              <a:rPr lang="en-US" altLang="ja-JP"/>
              <a:t>2</a:t>
            </a:r>
            <a:r>
              <a:rPr lang="ja-JP" altLang="en-US"/>
              <a:t> レベル</a:t>
            </a:r>
          </a:p>
          <a:p>
            <a:pPr lvl="2"/>
            <a:r>
              <a:rPr lang="ja-JP" altLang="en-US"/>
              <a:t>第</a:t>
            </a:r>
            <a:r>
              <a:rPr lang="en-US" altLang="ja-JP"/>
              <a:t>3</a:t>
            </a:r>
            <a:r>
              <a:rPr lang="ja-JP" altLang="en-US"/>
              <a:t> レベル</a:t>
            </a:r>
          </a:p>
          <a:p>
            <a:pPr lvl="3"/>
            <a:r>
              <a:rPr lang="ja-JP" altLang="en-US"/>
              <a:t>第</a:t>
            </a:r>
            <a:r>
              <a:rPr lang="en-US" altLang="ja-JP"/>
              <a:t>4</a:t>
            </a:r>
            <a:r>
              <a:rPr lang="ja-JP" altLang="en-US"/>
              <a:t> レベル</a:t>
            </a:r>
          </a:p>
          <a:p>
            <a:pPr lvl="4"/>
            <a:r>
              <a:rPr lang="ja-JP" altLang="en-US"/>
              <a:t>第</a:t>
            </a:r>
            <a:r>
              <a:rPr lang="en-US" altLang="ja-JP"/>
              <a:t>5</a:t>
            </a:r>
            <a:r>
              <a:rPr lang="ja-JP" altLang="en-US"/>
              <a:t> 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grpSp>
        <p:nvGrpSpPr>
          <p:cNvPr id="24" name="Group 27" descr="Fujitsu">
            <a:extLst>
              <a:ext uri="{FF2B5EF4-FFF2-40B4-BE49-F238E27FC236}">
                <a16:creationId xmlns:a16="http://schemas.microsoft.com/office/drawing/2014/main" id="{A07104EE-4D01-46CC-8925-8219D485EA0D}"/>
              </a:ext>
            </a:extLst>
          </p:cNvPr>
          <p:cNvGrpSpPr/>
          <p:nvPr userDrawn="1"/>
        </p:nvGrpSpPr>
        <p:grpSpPr bwMode="gray">
          <a:xfrm>
            <a:off x="8169274" y="180891"/>
            <a:ext cx="741363" cy="361336"/>
            <a:chOff x="8012114" y="249161"/>
            <a:chExt cx="892174" cy="434841"/>
          </a:xfrm>
        </p:grpSpPr>
        <p:sp>
          <p:nvSpPr>
            <p:cNvPr id="25" name="Freeform 34">
              <a:extLst>
                <a:ext uri="{FF2B5EF4-FFF2-40B4-BE49-F238E27FC236}">
                  <a16:creationId xmlns:a16="http://schemas.microsoft.com/office/drawing/2014/main" id="{DC306A35-3AAE-46F0-AAF9-46A388793D3D}"/>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5">
              <a:extLst>
                <a:ext uri="{FF2B5EF4-FFF2-40B4-BE49-F238E27FC236}">
                  <a16:creationId xmlns:a16="http://schemas.microsoft.com/office/drawing/2014/main" id="{11903FFF-471E-47B8-935B-CD39B18D8F95}"/>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6">
              <a:extLst>
                <a:ext uri="{FF2B5EF4-FFF2-40B4-BE49-F238E27FC236}">
                  <a16:creationId xmlns:a16="http://schemas.microsoft.com/office/drawing/2014/main" id="{671BE6C8-767D-4D59-881D-429EB92BA14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7">
              <a:extLst>
                <a:ext uri="{FF2B5EF4-FFF2-40B4-BE49-F238E27FC236}">
                  <a16:creationId xmlns:a16="http://schemas.microsoft.com/office/drawing/2014/main" id="{D18DC024-7E92-4916-AAE6-1F645CDFB68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8">
              <a:extLst>
                <a:ext uri="{FF2B5EF4-FFF2-40B4-BE49-F238E27FC236}">
                  <a16:creationId xmlns:a16="http://schemas.microsoft.com/office/drawing/2014/main" id="{B7CF43AA-546E-4C2B-933E-7F30C4469D1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9">
              <a:extLst>
                <a:ext uri="{FF2B5EF4-FFF2-40B4-BE49-F238E27FC236}">
                  <a16:creationId xmlns:a16="http://schemas.microsoft.com/office/drawing/2014/main" id="{FF1F7038-0943-4E45-AF4F-011183ACAE79}"/>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0">
              <a:extLst>
                <a:ext uri="{FF2B5EF4-FFF2-40B4-BE49-F238E27FC236}">
                  <a16:creationId xmlns:a16="http://schemas.microsoft.com/office/drawing/2014/main" id="{1D5D1B76-1664-428D-9E03-BB04B259513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41">
              <a:extLst>
                <a:ext uri="{FF2B5EF4-FFF2-40B4-BE49-F238E27FC236}">
                  <a16:creationId xmlns:a16="http://schemas.microsoft.com/office/drawing/2014/main" id="{CABF1A31-A3C1-40C7-B3A4-04BCF3CB3D37}"/>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8" name="図 17" descr="FUJITSU-RESTRICTED">
            <a:extLst>
              <a:ext uri="{FF2B5EF4-FFF2-40B4-BE49-F238E27FC236}">
                <a16:creationId xmlns:a16="http://schemas.microsoft.com/office/drawing/2014/main" id="{70277972-6883-48B8-A455-15513BE345FF}"/>
              </a:ext>
              <a:ext uri="{C183D7F6-B498-43B3-948B-1728B52AA6E4}">
                <adec:decorative xmlns:adec="http://schemas.microsoft.com/office/drawing/2017/decorative" val="0"/>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2024 FNST</a:t>
            </a:r>
            <a:endParaRPr lang="de-DE" altLang="ja-JP"/>
          </a:p>
        </p:txBody>
      </p:sp>
      <p:sp>
        <p:nvSpPr>
          <p:cNvPr id="17" name="Slide Number Placeholder 5">
            <a:extLst>
              <a:ext uri="{FF2B5EF4-FFF2-40B4-BE49-F238E27FC236}">
                <a16:creationId xmlns:a16="http://schemas.microsoft.com/office/drawing/2014/main" id="{77DC5FBD-BA73-4475-A498-FD167F60DD8B}"/>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3247970042"/>
      </p:ext>
    </p:extLst>
  </p:cSld>
  <p:clrMap bg1="lt1" tx1="dk1" bg2="lt2" tx2="dk2" accent1="accent1" accent2="accent2" accent3="accent3" accent4="accent4" accent5="accent5" accent6="accent6" hlink="hlink" folHlink="folHlink"/>
  <p:sldLayoutIdLst>
    <p:sldLayoutId id="2147483719" r:id="rId1"/>
    <p:sldLayoutId id="2147483692" r:id="rId2"/>
    <p:sldLayoutId id="2147483693" r:id="rId3"/>
    <p:sldLayoutId id="2147483694" r:id="rId4"/>
    <p:sldLayoutId id="2147483695" r:id="rId5"/>
    <p:sldLayoutId id="2147483720"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90000"/>
        </a:lnSpc>
        <a:spcBef>
          <a:spcPts val="750"/>
        </a:spcBef>
        <a:buClr>
          <a:schemeClr val="accent1"/>
        </a:buClr>
        <a:buSzPct val="130000"/>
        <a:buFont typeface="Tahoma" panose="020B0604030504040204" pitchFamily="34" charset="0"/>
        <a:buChar char="○"/>
        <a:defRPr kumimoji="1" sz="2200" kern="1200">
          <a:solidFill>
            <a:schemeClr val="tx1"/>
          </a:solidFill>
          <a:latin typeface="+mj-ea"/>
          <a:ea typeface="+mj-ea"/>
          <a:cs typeface="+mn-cs"/>
        </a:defRPr>
      </a:lvl1pPr>
      <a:lvl2pPr marL="514350" indent="-171450" algn="l" defTabSz="685800" rtl="0" eaLnBrk="1" latinLnBrk="0" hangingPunct="1">
        <a:lnSpc>
          <a:spcPct val="90000"/>
        </a:lnSpc>
        <a:spcBef>
          <a:spcPts val="375"/>
        </a:spcBef>
        <a:buClr>
          <a:schemeClr val="accent2"/>
        </a:buClr>
        <a:buSzPct val="130000"/>
        <a:buFont typeface="Tahoma" panose="020B0604030504040204" pitchFamily="34" charset="0"/>
        <a:buChar char="○"/>
        <a:defRPr kumimoji="1" sz="1800" kern="1200">
          <a:solidFill>
            <a:schemeClr val="tx1"/>
          </a:solidFill>
          <a:latin typeface="+mj-ea"/>
          <a:ea typeface="+mj-ea"/>
          <a:cs typeface="+mn-cs"/>
        </a:defRPr>
      </a:lvl2pPr>
      <a:lvl3pPr marL="857250" indent="-171450" algn="l" defTabSz="685800" rtl="0" eaLnBrk="1" latinLnBrk="0" hangingPunct="1">
        <a:lnSpc>
          <a:spcPct val="90000"/>
        </a:lnSpc>
        <a:spcBef>
          <a:spcPts val="375"/>
        </a:spcBef>
        <a:buClr>
          <a:schemeClr val="tx1">
            <a:lumMod val="50000"/>
            <a:lumOff val="50000"/>
          </a:schemeClr>
        </a:buClr>
        <a:buSzPct val="130000"/>
        <a:buFont typeface="Tahoma" panose="020B0604030504040204" pitchFamily="34" charset="0"/>
        <a:buChar char="○"/>
        <a:defRPr kumimoji="1" sz="1600" kern="1200">
          <a:solidFill>
            <a:schemeClr val="tx1"/>
          </a:solidFill>
          <a:latin typeface="+mj-ea"/>
          <a:ea typeface="+mj-ea"/>
          <a:cs typeface="+mn-cs"/>
        </a:defRPr>
      </a:lvl3pPr>
      <a:lvl4pPr marL="1200150" indent="-171450" algn="l" defTabSz="685800" rtl="0" eaLnBrk="1" latinLnBrk="0" hangingPunct="1">
        <a:lnSpc>
          <a:spcPct val="90000"/>
        </a:lnSpc>
        <a:spcBef>
          <a:spcPts val="375"/>
        </a:spcBef>
        <a:buClr>
          <a:schemeClr val="bg1">
            <a:lumMod val="50000"/>
          </a:schemeClr>
        </a:buClr>
        <a:buSzPct val="130000"/>
        <a:buFont typeface="Arial" panose="020B0604020202020204" pitchFamily="34" charset="0"/>
        <a:buChar char="●"/>
        <a:defRPr kumimoji="1" sz="1400" kern="1200">
          <a:solidFill>
            <a:schemeClr val="tx1"/>
          </a:solidFill>
          <a:latin typeface="+mj-ea"/>
          <a:ea typeface="+mj-ea"/>
          <a:cs typeface="+mn-cs"/>
        </a:defRPr>
      </a:lvl4pPr>
      <a:lvl5pPr marL="15430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j-ea"/>
          <a:ea typeface="+mj-ea"/>
          <a:cs typeface="+mn-cs"/>
        </a:defRPr>
      </a:lvl5pPr>
      <a:lvl6pPr marL="18859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16" name="図 15">
            <a:extLst>
              <a:ext uri="{FF2B5EF4-FFF2-40B4-BE49-F238E27FC236}">
                <a16:creationId xmlns:a16="http://schemas.microsoft.com/office/drawing/2014/main" id="{40ECD1A6-1A6B-424D-8080-308AC80A0530}"/>
              </a:ext>
              <a:ext uri="{C183D7F6-B498-43B3-948B-1728B52AA6E4}">
                <adec:decorative xmlns:adec="http://schemas.microsoft.com/office/drawing/2017/decorative" val="1"/>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17" name="正方形/長方形 3">
            <a:extLst>
              <a:ext uri="{FF2B5EF4-FFF2-40B4-BE49-F238E27FC236}">
                <a16:creationId xmlns:a16="http://schemas.microsoft.com/office/drawing/2014/main" id="{1818A7E9-356B-4706-BDB8-EF72749A6FC0}"/>
              </a:ext>
            </a:extLst>
          </p:cNvPr>
          <p:cNvSpPr/>
          <p:nvPr userDrawn="1"/>
        </p:nvSpPr>
        <p:spPr bwMode="gray">
          <a:xfrm>
            <a:off x="7271191" y="-2055"/>
            <a:ext cx="1872808" cy="714532"/>
          </a:xfrm>
          <a:prstGeom prst="rect">
            <a:avLst/>
          </a:prstGeom>
          <a:gradFill flip="none" rotWithShape="1">
            <a:gsLst>
              <a:gs pos="0">
                <a:schemeClr val="accent6">
                  <a:alpha val="60000"/>
                </a:schemeClr>
              </a:gs>
              <a:gs pos="100000">
                <a:schemeClr val="accent6">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altLang="ja-JP">
              <a:solidFill>
                <a:schemeClr val="tx1"/>
              </a:solidFill>
            </a:endParaRPr>
          </a:p>
        </p:txBody>
      </p:sp>
      <p:sp>
        <p:nvSpPr>
          <p:cNvPr id="2" name="Title Placeholder 1"/>
          <p:cNvSpPr>
            <a:spLocks noGrp="1"/>
          </p:cNvSpPr>
          <p:nvPr>
            <p:ph type="title"/>
          </p:nvPr>
        </p:nvSpPr>
        <p:spPr bwMode="gray">
          <a:xfrm>
            <a:off x="234000" y="32400"/>
            <a:ext cx="7740000" cy="655200"/>
          </a:xfrm>
          <a:prstGeom prst="rect">
            <a:avLst/>
          </a:prstGeom>
        </p:spPr>
        <p:txBody>
          <a:bodyPr vert="horz" lIns="0" tIns="108000" rIns="0" bIns="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rmAutofit/>
          </a:bodyPr>
          <a:lstStyle/>
          <a:p>
            <a:pPr lvl="0"/>
            <a:r>
              <a:rPr lang="ja-JP" altLang="en-US"/>
              <a:t>マスター テキストの書式設定</a:t>
            </a:r>
          </a:p>
          <a:p>
            <a:pPr lvl="1"/>
            <a:r>
              <a:rPr lang="ja-JP" altLang="en-US"/>
              <a:t>第</a:t>
            </a:r>
            <a:r>
              <a:rPr lang="en-US" altLang="ja-JP"/>
              <a:t>2</a:t>
            </a:r>
            <a:r>
              <a:rPr lang="ja-JP" altLang="en-US"/>
              <a:t> レベル</a:t>
            </a:r>
          </a:p>
          <a:p>
            <a:pPr lvl="2"/>
            <a:r>
              <a:rPr lang="ja-JP" altLang="en-US"/>
              <a:t>第</a:t>
            </a:r>
            <a:r>
              <a:rPr lang="en-US" altLang="ja-JP"/>
              <a:t>3</a:t>
            </a:r>
            <a:r>
              <a:rPr lang="ja-JP" altLang="en-US"/>
              <a:t> レベル</a:t>
            </a:r>
          </a:p>
          <a:p>
            <a:pPr lvl="3"/>
            <a:r>
              <a:rPr lang="ja-JP" altLang="en-US"/>
              <a:t>第</a:t>
            </a:r>
            <a:r>
              <a:rPr lang="en-US" altLang="ja-JP"/>
              <a:t>4</a:t>
            </a:r>
            <a:r>
              <a:rPr lang="ja-JP" altLang="en-US"/>
              <a:t> レベル</a:t>
            </a:r>
          </a:p>
          <a:p>
            <a:pPr lvl="4"/>
            <a:r>
              <a:rPr lang="ja-JP" altLang="en-US"/>
              <a:t>第</a:t>
            </a:r>
            <a:r>
              <a:rPr lang="en-US" altLang="ja-JP"/>
              <a:t>5</a:t>
            </a:r>
            <a:r>
              <a:rPr lang="ja-JP" altLang="en-US"/>
              <a:t> 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grpSp>
        <p:nvGrpSpPr>
          <p:cNvPr id="24" name="Group 27" descr="Fujitsu">
            <a:extLst>
              <a:ext uri="{FF2B5EF4-FFF2-40B4-BE49-F238E27FC236}">
                <a16:creationId xmlns:a16="http://schemas.microsoft.com/office/drawing/2014/main" id="{A07104EE-4D01-46CC-8925-8219D485EA0D}"/>
              </a:ext>
            </a:extLst>
          </p:cNvPr>
          <p:cNvGrpSpPr/>
          <p:nvPr userDrawn="1"/>
        </p:nvGrpSpPr>
        <p:grpSpPr bwMode="gray">
          <a:xfrm>
            <a:off x="8169274" y="180891"/>
            <a:ext cx="741363" cy="361336"/>
            <a:chOff x="8012114" y="249161"/>
            <a:chExt cx="892174" cy="434841"/>
          </a:xfrm>
        </p:grpSpPr>
        <p:sp>
          <p:nvSpPr>
            <p:cNvPr id="25" name="Freeform 34">
              <a:extLst>
                <a:ext uri="{FF2B5EF4-FFF2-40B4-BE49-F238E27FC236}">
                  <a16:creationId xmlns:a16="http://schemas.microsoft.com/office/drawing/2014/main" id="{DC306A35-3AAE-46F0-AAF9-46A388793D3D}"/>
                </a:ext>
              </a:extLst>
            </p:cNvPr>
            <p:cNvSpPr>
              <a:spLocks/>
            </p:cNvSpPr>
            <p:nvPr userDrawn="1"/>
          </p:nvSpPr>
          <p:spPr bwMode="gray">
            <a:xfrm>
              <a:off x="8307389" y="249161"/>
              <a:ext cx="179387" cy="139657"/>
            </a:xfrm>
            <a:custGeom>
              <a:avLst/>
              <a:gdLst>
                <a:gd name="T0" fmla="*/ 961 w 2365"/>
                <a:gd name="T1" fmla="*/ 764 h 1825"/>
                <a:gd name="T2" fmla="*/ 599 w 2365"/>
                <a:gd name="T3" fmla="*/ 642 h 1825"/>
                <a:gd name="T4" fmla="*/ 1 w 2365"/>
                <a:gd name="T5" fmla="*/ 1235 h 1825"/>
                <a:gd name="T6" fmla="*/ 599 w 2365"/>
                <a:gd name="T7" fmla="*/ 1825 h 1825"/>
                <a:gd name="T8" fmla="*/ 1053 w 2365"/>
                <a:gd name="T9" fmla="*/ 1619 h 1825"/>
                <a:gd name="T10" fmla="*/ 1053 w 2365"/>
                <a:gd name="T11" fmla="*/ 1293 h 1825"/>
                <a:gd name="T12" fmla="*/ 771 w 2365"/>
                <a:gd name="T13" fmla="*/ 1568 h 1825"/>
                <a:gd name="T14" fmla="*/ 599 w 2365"/>
                <a:gd name="T15" fmla="*/ 1604 h 1825"/>
                <a:gd name="T16" fmla="*/ 225 w 2365"/>
                <a:gd name="T17" fmla="*/ 1235 h 1825"/>
                <a:gd name="T18" fmla="*/ 599 w 2365"/>
                <a:gd name="T19" fmla="*/ 863 h 1825"/>
                <a:gd name="T20" fmla="*/ 861 w 2365"/>
                <a:gd name="T21" fmla="*/ 972 h 1825"/>
                <a:gd name="T22" fmla="*/ 1093 w 2365"/>
                <a:gd name="T23" fmla="*/ 1239 h 1825"/>
                <a:gd name="T24" fmla="*/ 1630 w 2365"/>
                <a:gd name="T25" fmla="*/ 1473 h 1825"/>
                <a:gd name="T26" fmla="*/ 2365 w 2365"/>
                <a:gd name="T27" fmla="*/ 741 h 1825"/>
                <a:gd name="T28" fmla="*/ 1630 w 2365"/>
                <a:gd name="T29" fmla="*/ 0 h 1825"/>
                <a:gd name="T30" fmla="*/ 1053 w 2365"/>
                <a:gd name="T31" fmla="*/ 295 h 1825"/>
                <a:gd name="T32" fmla="*/ 1053 w 2365"/>
                <a:gd name="T33" fmla="*/ 735 h 1825"/>
                <a:gd name="T34" fmla="*/ 1630 w 2365"/>
                <a:gd name="T35" fmla="*/ 232 h 1825"/>
                <a:gd name="T36" fmla="*/ 2134 w 2365"/>
                <a:gd name="T37" fmla="*/ 741 h 1825"/>
                <a:gd name="T38" fmla="*/ 1630 w 2365"/>
                <a:gd name="T39" fmla="*/ 1245 h 1825"/>
                <a:gd name="T40" fmla="*/ 1303 w 2365"/>
                <a:gd name="T41" fmla="*/ 1125 h 1825"/>
                <a:gd name="T42" fmla="*/ 961 w 2365"/>
                <a:gd name="T43" fmla="*/ 764 h 18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365" h="1825">
                  <a:moveTo>
                    <a:pt x="961" y="764"/>
                  </a:moveTo>
                  <a:cubicBezTo>
                    <a:pt x="875" y="688"/>
                    <a:pt x="736" y="643"/>
                    <a:pt x="599" y="642"/>
                  </a:cubicBezTo>
                  <a:cubicBezTo>
                    <a:pt x="270" y="641"/>
                    <a:pt x="2" y="900"/>
                    <a:pt x="1" y="1235"/>
                  </a:cubicBezTo>
                  <a:cubicBezTo>
                    <a:pt x="0" y="1563"/>
                    <a:pt x="270" y="1824"/>
                    <a:pt x="599" y="1825"/>
                  </a:cubicBezTo>
                  <a:cubicBezTo>
                    <a:pt x="783" y="1825"/>
                    <a:pt x="943" y="1751"/>
                    <a:pt x="1053" y="1619"/>
                  </a:cubicBezTo>
                  <a:cubicBezTo>
                    <a:pt x="1053" y="1293"/>
                    <a:pt x="1053" y="1293"/>
                    <a:pt x="1053" y="1293"/>
                  </a:cubicBezTo>
                  <a:cubicBezTo>
                    <a:pt x="994" y="1394"/>
                    <a:pt x="877" y="1524"/>
                    <a:pt x="771" y="1568"/>
                  </a:cubicBezTo>
                  <a:cubicBezTo>
                    <a:pt x="717" y="1590"/>
                    <a:pt x="662" y="1604"/>
                    <a:pt x="599" y="1604"/>
                  </a:cubicBezTo>
                  <a:cubicBezTo>
                    <a:pt x="394" y="1604"/>
                    <a:pt x="225" y="1445"/>
                    <a:pt x="225" y="1235"/>
                  </a:cubicBezTo>
                  <a:cubicBezTo>
                    <a:pt x="225" y="1041"/>
                    <a:pt x="380" y="862"/>
                    <a:pt x="599" y="863"/>
                  </a:cubicBezTo>
                  <a:cubicBezTo>
                    <a:pt x="701" y="863"/>
                    <a:pt x="793" y="905"/>
                    <a:pt x="861" y="972"/>
                  </a:cubicBezTo>
                  <a:cubicBezTo>
                    <a:pt x="931" y="1040"/>
                    <a:pt x="1041" y="1183"/>
                    <a:pt x="1093" y="1239"/>
                  </a:cubicBezTo>
                  <a:cubicBezTo>
                    <a:pt x="1227" y="1383"/>
                    <a:pt x="1419" y="1473"/>
                    <a:pt x="1630" y="1473"/>
                  </a:cubicBezTo>
                  <a:cubicBezTo>
                    <a:pt x="2036" y="1474"/>
                    <a:pt x="2365" y="1146"/>
                    <a:pt x="2365" y="741"/>
                  </a:cubicBezTo>
                  <a:cubicBezTo>
                    <a:pt x="2365" y="336"/>
                    <a:pt x="2035" y="0"/>
                    <a:pt x="1630" y="0"/>
                  </a:cubicBezTo>
                  <a:cubicBezTo>
                    <a:pt x="1395" y="0"/>
                    <a:pt x="1187" y="122"/>
                    <a:pt x="1053" y="295"/>
                  </a:cubicBezTo>
                  <a:cubicBezTo>
                    <a:pt x="1053" y="735"/>
                    <a:pt x="1053" y="735"/>
                    <a:pt x="1053" y="735"/>
                  </a:cubicBezTo>
                  <a:cubicBezTo>
                    <a:pt x="1155" y="455"/>
                    <a:pt x="1340" y="232"/>
                    <a:pt x="1630" y="232"/>
                  </a:cubicBezTo>
                  <a:cubicBezTo>
                    <a:pt x="1909" y="232"/>
                    <a:pt x="2135" y="463"/>
                    <a:pt x="2134" y="741"/>
                  </a:cubicBezTo>
                  <a:cubicBezTo>
                    <a:pt x="2134" y="1020"/>
                    <a:pt x="1909" y="1246"/>
                    <a:pt x="1630" y="1245"/>
                  </a:cubicBezTo>
                  <a:cubicBezTo>
                    <a:pt x="1506" y="1244"/>
                    <a:pt x="1391" y="1199"/>
                    <a:pt x="1303" y="1125"/>
                  </a:cubicBezTo>
                  <a:cubicBezTo>
                    <a:pt x="1194" y="1040"/>
                    <a:pt x="1074" y="860"/>
                    <a:pt x="961" y="764"/>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6" name="Freeform 35">
              <a:extLst>
                <a:ext uri="{FF2B5EF4-FFF2-40B4-BE49-F238E27FC236}">
                  <a16:creationId xmlns:a16="http://schemas.microsoft.com/office/drawing/2014/main" id="{11903FFF-471E-47B8-935B-CD39B18D8F95}"/>
                </a:ext>
              </a:extLst>
            </p:cNvPr>
            <p:cNvSpPr>
              <a:spLocks/>
            </p:cNvSpPr>
            <p:nvPr userDrawn="1"/>
          </p:nvSpPr>
          <p:spPr bwMode="gray">
            <a:xfrm>
              <a:off x="8012114" y="401514"/>
              <a:ext cx="123825" cy="201551"/>
            </a:xfrm>
            <a:custGeom>
              <a:avLst/>
              <a:gdLst>
                <a:gd name="T0" fmla="*/ 0 w 1624"/>
                <a:gd name="T1" fmla="*/ 0 h 2651"/>
                <a:gd name="T2" fmla="*/ 1624 w 1624"/>
                <a:gd name="T3" fmla="*/ 0 h 2651"/>
                <a:gd name="T4" fmla="*/ 1624 w 1624"/>
                <a:gd name="T5" fmla="*/ 452 h 2651"/>
                <a:gd name="T6" fmla="*/ 1365 w 1624"/>
                <a:gd name="T7" fmla="*/ 273 h 2651"/>
                <a:gd name="T8" fmla="*/ 613 w 1624"/>
                <a:gd name="T9" fmla="*/ 273 h 2651"/>
                <a:gd name="T10" fmla="*/ 613 w 1624"/>
                <a:gd name="T11" fmla="*/ 1053 h 2651"/>
                <a:gd name="T12" fmla="*/ 1428 w 1624"/>
                <a:gd name="T13" fmla="*/ 1053 h 2651"/>
                <a:gd name="T14" fmla="*/ 1428 w 1624"/>
                <a:gd name="T15" fmla="*/ 1467 h 2651"/>
                <a:gd name="T16" fmla="*/ 1205 w 1624"/>
                <a:gd name="T17" fmla="*/ 1335 h 2651"/>
                <a:gd name="T18" fmla="*/ 613 w 1624"/>
                <a:gd name="T19" fmla="*/ 1335 h 2651"/>
                <a:gd name="T20" fmla="*/ 613 w 1624"/>
                <a:gd name="T21" fmla="*/ 2401 h 2651"/>
                <a:gd name="T22" fmla="*/ 784 w 1624"/>
                <a:gd name="T23" fmla="*/ 2651 h 2651"/>
                <a:gd name="T24" fmla="*/ 11 w 1624"/>
                <a:gd name="T25" fmla="*/ 2651 h 2651"/>
                <a:gd name="T26" fmla="*/ 173 w 1624"/>
                <a:gd name="T27" fmla="*/ 2401 h 2651"/>
                <a:gd name="T28" fmla="*/ 173 w 1624"/>
                <a:gd name="T29" fmla="*/ 278 h 2651"/>
                <a:gd name="T30" fmla="*/ 0 w 1624"/>
                <a:gd name="T31"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624" h="2651">
                  <a:moveTo>
                    <a:pt x="0" y="0"/>
                  </a:moveTo>
                  <a:cubicBezTo>
                    <a:pt x="1624" y="0"/>
                    <a:pt x="1624" y="0"/>
                    <a:pt x="1624" y="0"/>
                  </a:cubicBezTo>
                  <a:cubicBezTo>
                    <a:pt x="1624" y="452"/>
                    <a:pt x="1624" y="452"/>
                    <a:pt x="1624" y="452"/>
                  </a:cubicBezTo>
                  <a:cubicBezTo>
                    <a:pt x="1624" y="452"/>
                    <a:pt x="1540" y="274"/>
                    <a:pt x="1365" y="273"/>
                  </a:cubicBezTo>
                  <a:cubicBezTo>
                    <a:pt x="613" y="273"/>
                    <a:pt x="613" y="273"/>
                    <a:pt x="613" y="273"/>
                  </a:cubicBezTo>
                  <a:cubicBezTo>
                    <a:pt x="613" y="1053"/>
                    <a:pt x="613" y="1053"/>
                    <a:pt x="613" y="1053"/>
                  </a:cubicBezTo>
                  <a:cubicBezTo>
                    <a:pt x="1428" y="1053"/>
                    <a:pt x="1428" y="1053"/>
                    <a:pt x="1428" y="1053"/>
                  </a:cubicBezTo>
                  <a:cubicBezTo>
                    <a:pt x="1428" y="1467"/>
                    <a:pt x="1428" y="1467"/>
                    <a:pt x="1428" y="1467"/>
                  </a:cubicBezTo>
                  <a:cubicBezTo>
                    <a:pt x="1428" y="1467"/>
                    <a:pt x="1402" y="1335"/>
                    <a:pt x="1205" y="1335"/>
                  </a:cubicBezTo>
                  <a:cubicBezTo>
                    <a:pt x="613" y="1335"/>
                    <a:pt x="613" y="1335"/>
                    <a:pt x="613" y="1335"/>
                  </a:cubicBezTo>
                  <a:cubicBezTo>
                    <a:pt x="613" y="2401"/>
                    <a:pt x="613" y="2401"/>
                    <a:pt x="613" y="2401"/>
                  </a:cubicBezTo>
                  <a:cubicBezTo>
                    <a:pt x="613" y="2558"/>
                    <a:pt x="784" y="2651"/>
                    <a:pt x="784" y="2651"/>
                  </a:cubicBezTo>
                  <a:cubicBezTo>
                    <a:pt x="11" y="2651"/>
                    <a:pt x="11" y="2651"/>
                    <a:pt x="11" y="2651"/>
                  </a:cubicBezTo>
                  <a:cubicBezTo>
                    <a:pt x="11" y="2651"/>
                    <a:pt x="173" y="2569"/>
                    <a:pt x="173" y="2401"/>
                  </a:cubicBezTo>
                  <a:cubicBezTo>
                    <a:pt x="173" y="278"/>
                    <a:pt x="173" y="278"/>
                    <a:pt x="173" y="278"/>
                  </a:cubicBezTo>
                  <a:cubicBezTo>
                    <a:pt x="173" y="9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7" name="Freeform 36">
              <a:extLst>
                <a:ext uri="{FF2B5EF4-FFF2-40B4-BE49-F238E27FC236}">
                  <a16:creationId xmlns:a16="http://schemas.microsoft.com/office/drawing/2014/main" id="{671BE6C8-767D-4D59-881D-429EB92BA14C}"/>
                </a:ext>
              </a:extLst>
            </p:cNvPr>
            <p:cNvSpPr>
              <a:spLocks/>
            </p:cNvSpPr>
            <p:nvPr userDrawn="1"/>
          </p:nvSpPr>
          <p:spPr bwMode="gray">
            <a:xfrm>
              <a:off x="8305801" y="401514"/>
              <a:ext cx="80962" cy="282488"/>
            </a:xfrm>
            <a:custGeom>
              <a:avLst/>
              <a:gdLst>
                <a:gd name="T0" fmla="*/ 246 w 1072"/>
                <a:gd name="T1" fmla="*/ 0 h 3696"/>
                <a:gd name="T2" fmla="*/ 1072 w 1072"/>
                <a:gd name="T3" fmla="*/ 0 h 3696"/>
                <a:gd name="T4" fmla="*/ 887 w 1072"/>
                <a:gd name="T5" fmla="*/ 230 h 3696"/>
                <a:gd name="T6" fmla="*/ 887 w 1072"/>
                <a:gd name="T7" fmla="*/ 2717 h 3696"/>
                <a:gd name="T8" fmla="*/ 0 w 1072"/>
                <a:gd name="T9" fmla="*/ 3693 h 3696"/>
                <a:gd name="T10" fmla="*/ 423 w 1072"/>
                <a:gd name="T11" fmla="*/ 2717 h 3696"/>
                <a:gd name="T12" fmla="*/ 423 w 1072"/>
                <a:gd name="T13" fmla="*/ 230 h 3696"/>
                <a:gd name="T14" fmla="*/ 246 w 1072"/>
                <a:gd name="T15" fmla="*/ 0 h 36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2" h="3696">
                  <a:moveTo>
                    <a:pt x="246" y="0"/>
                  </a:moveTo>
                  <a:cubicBezTo>
                    <a:pt x="1072" y="0"/>
                    <a:pt x="1072" y="0"/>
                    <a:pt x="1072" y="0"/>
                  </a:cubicBezTo>
                  <a:cubicBezTo>
                    <a:pt x="1072" y="0"/>
                    <a:pt x="887" y="87"/>
                    <a:pt x="887" y="230"/>
                  </a:cubicBezTo>
                  <a:cubicBezTo>
                    <a:pt x="887" y="2717"/>
                    <a:pt x="887" y="2717"/>
                    <a:pt x="887" y="2717"/>
                  </a:cubicBezTo>
                  <a:cubicBezTo>
                    <a:pt x="887" y="3558"/>
                    <a:pt x="44" y="3696"/>
                    <a:pt x="0" y="3693"/>
                  </a:cubicBezTo>
                  <a:cubicBezTo>
                    <a:pt x="72" y="3647"/>
                    <a:pt x="422" y="3349"/>
                    <a:pt x="423" y="2717"/>
                  </a:cubicBezTo>
                  <a:cubicBezTo>
                    <a:pt x="423" y="230"/>
                    <a:pt x="423" y="230"/>
                    <a:pt x="423" y="230"/>
                  </a:cubicBezTo>
                  <a:cubicBezTo>
                    <a:pt x="424" y="96"/>
                    <a:pt x="246" y="0"/>
                    <a:pt x="246"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8" name="Freeform 37">
              <a:extLst>
                <a:ext uri="{FF2B5EF4-FFF2-40B4-BE49-F238E27FC236}">
                  <a16:creationId xmlns:a16="http://schemas.microsoft.com/office/drawing/2014/main" id="{D18DC024-7E92-4916-AAE6-1F645CDFB687}"/>
                </a:ext>
              </a:extLst>
            </p:cNvPr>
            <p:cNvSpPr>
              <a:spLocks/>
            </p:cNvSpPr>
            <p:nvPr userDrawn="1"/>
          </p:nvSpPr>
          <p:spPr bwMode="gray">
            <a:xfrm>
              <a:off x="8396289" y="401514"/>
              <a:ext cx="63500" cy="201551"/>
            </a:xfrm>
            <a:custGeom>
              <a:avLst/>
              <a:gdLst>
                <a:gd name="T0" fmla="*/ 0 w 828"/>
                <a:gd name="T1" fmla="*/ 0 h 2653"/>
                <a:gd name="T2" fmla="*/ 828 w 828"/>
                <a:gd name="T3" fmla="*/ 0 h 2653"/>
                <a:gd name="T4" fmla="*/ 645 w 828"/>
                <a:gd name="T5" fmla="*/ 235 h 2653"/>
                <a:gd name="T6" fmla="*/ 645 w 828"/>
                <a:gd name="T7" fmla="*/ 2401 h 2653"/>
                <a:gd name="T8" fmla="*/ 828 w 828"/>
                <a:gd name="T9" fmla="*/ 2653 h 2653"/>
                <a:gd name="T10" fmla="*/ 0 w 828"/>
                <a:gd name="T11" fmla="*/ 2653 h 2653"/>
                <a:gd name="T12" fmla="*/ 184 w 828"/>
                <a:gd name="T13" fmla="*/ 2401 h 2653"/>
                <a:gd name="T14" fmla="*/ 184 w 828"/>
                <a:gd name="T15" fmla="*/ 235 h 2653"/>
                <a:gd name="T16" fmla="*/ 0 w 828"/>
                <a:gd name="T17" fmla="*/ 0 h 2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8" h="2653">
                  <a:moveTo>
                    <a:pt x="0" y="0"/>
                  </a:moveTo>
                  <a:cubicBezTo>
                    <a:pt x="828" y="0"/>
                    <a:pt x="828" y="0"/>
                    <a:pt x="828" y="0"/>
                  </a:cubicBezTo>
                  <a:cubicBezTo>
                    <a:pt x="828" y="0"/>
                    <a:pt x="645" y="89"/>
                    <a:pt x="645" y="235"/>
                  </a:cubicBezTo>
                  <a:cubicBezTo>
                    <a:pt x="645" y="2401"/>
                    <a:pt x="645" y="2401"/>
                    <a:pt x="645" y="2401"/>
                  </a:cubicBezTo>
                  <a:cubicBezTo>
                    <a:pt x="645" y="2556"/>
                    <a:pt x="828" y="2653"/>
                    <a:pt x="828" y="2653"/>
                  </a:cubicBezTo>
                  <a:cubicBezTo>
                    <a:pt x="0" y="2653"/>
                    <a:pt x="0" y="2653"/>
                    <a:pt x="0" y="2653"/>
                  </a:cubicBezTo>
                  <a:cubicBezTo>
                    <a:pt x="0" y="2653"/>
                    <a:pt x="184" y="2557"/>
                    <a:pt x="184" y="2401"/>
                  </a:cubicBezTo>
                  <a:cubicBezTo>
                    <a:pt x="184" y="235"/>
                    <a:pt x="184" y="235"/>
                    <a:pt x="184" y="235"/>
                  </a:cubicBezTo>
                  <a:cubicBezTo>
                    <a:pt x="184" y="89"/>
                    <a:pt x="0" y="0"/>
                    <a:pt x="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29" name="Freeform 38">
              <a:extLst>
                <a:ext uri="{FF2B5EF4-FFF2-40B4-BE49-F238E27FC236}">
                  <a16:creationId xmlns:a16="http://schemas.microsoft.com/office/drawing/2014/main" id="{B7CF43AA-546E-4C2B-933E-7F30C4469D14}"/>
                </a:ext>
              </a:extLst>
            </p:cNvPr>
            <p:cNvSpPr>
              <a:spLocks/>
            </p:cNvSpPr>
            <p:nvPr userDrawn="1"/>
          </p:nvSpPr>
          <p:spPr bwMode="gray">
            <a:xfrm>
              <a:off x="8459789" y="401514"/>
              <a:ext cx="150812" cy="201551"/>
            </a:xfrm>
            <a:custGeom>
              <a:avLst/>
              <a:gdLst>
                <a:gd name="T0" fmla="*/ 161 w 1984"/>
                <a:gd name="T1" fmla="*/ 0 h 2651"/>
                <a:gd name="T2" fmla="*/ 1984 w 1984"/>
                <a:gd name="T3" fmla="*/ 0 h 2651"/>
                <a:gd name="T4" fmla="*/ 1829 w 1984"/>
                <a:gd name="T5" fmla="*/ 482 h 2651"/>
                <a:gd name="T6" fmla="*/ 1607 w 1984"/>
                <a:gd name="T7" fmla="*/ 279 h 2651"/>
                <a:gd name="T8" fmla="*/ 1229 w 1984"/>
                <a:gd name="T9" fmla="*/ 279 h 2651"/>
                <a:gd name="T10" fmla="*/ 1229 w 1984"/>
                <a:gd name="T11" fmla="*/ 2401 h 2651"/>
                <a:gd name="T12" fmla="*/ 1407 w 1984"/>
                <a:gd name="T13" fmla="*/ 2651 h 2651"/>
                <a:gd name="T14" fmla="*/ 595 w 1984"/>
                <a:gd name="T15" fmla="*/ 2651 h 2651"/>
                <a:gd name="T16" fmla="*/ 771 w 1984"/>
                <a:gd name="T17" fmla="*/ 2401 h 2651"/>
                <a:gd name="T18" fmla="*/ 771 w 1984"/>
                <a:gd name="T19" fmla="*/ 279 h 2651"/>
                <a:gd name="T20" fmla="*/ 315 w 1984"/>
                <a:gd name="T21" fmla="*/ 279 h 2651"/>
                <a:gd name="T22" fmla="*/ 0 w 1984"/>
                <a:gd name="T23" fmla="*/ 522 h 2651"/>
                <a:gd name="T24" fmla="*/ 161 w 1984"/>
                <a:gd name="T25" fmla="*/ 0 h 2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84" h="2651">
                  <a:moveTo>
                    <a:pt x="161" y="0"/>
                  </a:moveTo>
                  <a:cubicBezTo>
                    <a:pt x="1984" y="0"/>
                    <a:pt x="1984" y="0"/>
                    <a:pt x="1984" y="0"/>
                  </a:cubicBezTo>
                  <a:cubicBezTo>
                    <a:pt x="1829" y="482"/>
                    <a:pt x="1829" y="482"/>
                    <a:pt x="1829" y="482"/>
                  </a:cubicBezTo>
                  <a:cubicBezTo>
                    <a:pt x="1829" y="482"/>
                    <a:pt x="1783" y="279"/>
                    <a:pt x="1607" y="279"/>
                  </a:cubicBezTo>
                  <a:cubicBezTo>
                    <a:pt x="1229" y="279"/>
                    <a:pt x="1229" y="279"/>
                    <a:pt x="1229" y="279"/>
                  </a:cubicBezTo>
                  <a:cubicBezTo>
                    <a:pt x="1229" y="2401"/>
                    <a:pt x="1229" y="2401"/>
                    <a:pt x="1229" y="2401"/>
                  </a:cubicBezTo>
                  <a:cubicBezTo>
                    <a:pt x="1229" y="2535"/>
                    <a:pt x="1407" y="2651"/>
                    <a:pt x="1407" y="2651"/>
                  </a:cubicBezTo>
                  <a:cubicBezTo>
                    <a:pt x="595" y="2651"/>
                    <a:pt x="595" y="2651"/>
                    <a:pt x="595" y="2651"/>
                  </a:cubicBezTo>
                  <a:cubicBezTo>
                    <a:pt x="595" y="2651"/>
                    <a:pt x="771" y="2547"/>
                    <a:pt x="771" y="2401"/>
                  </a:cubicBezTo>
                  <a:cubicBezTo>
                    <a:pt x="771" y="279"/>
                    <a:pt x="771" y="279"/>
                    <a:pt x="771" y="279"/>
                  </a:cubicBezTo>
                  <a:cubicBezTo>
                    <a:pt x="315" y="279"/>
                    <a:pt x="315" y="279"/>
                    <a:pt x="315" y="279"/>
                  </a:cubicBezTo>
                  <a:cubicBezTo>
                    <a:pt x="185" y="280"/>
                    <a:pt x="0" y="522"/>
                    <a:pt x="0" y="522"/>
                  </a:cubicBezTo>
                  <a:lnTo>
                    <a:pt x="161"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0" name="Freeform 39">
              <a:extLst>
                <a:ext uri="{FF2B5EF4-FFF2-40B4-BE49-F238E27FC236}">
                  <a16:creationId xmlns:a16="http://schemas.microsoft.com/office/drawing/2014/main" id="{FF1F7038-0943-4E45-AF4F-011183ACAE79}"/>
                </a:ext>
              </a:extLst>
            </p:cNvPr>
            <p:cNvSpPr>
              <a:spLocks/>
            </p:cNvSpPr>
            <p:nvPr userDrawn="1"/>
          </p:nvSpPr>
          <p:spPr bwMode="gray">
            <a:xfrm>
              <a:off x="8734426" y="401514"/>
              <a:ext cx="169862" cy="204725"/>
            </a:xfrm>
            <a:custGeom>
              <a:avLst/>
              <a:gdLst>
                <a:gd name="T0" fmla="*/ 1420 w 2219"/>
                <a:gd name="T1" fmla="*/ 0 h 2693"/>
                <a:gd name="T2" fmla="*/ 2219 w 2219"/>
                <a:gd name="T3" fmla="*/ 0 h 2693"/>
                <a:gd name="T4" fmla="*/ 2048 w 2219"/>
                <a:gd name="T5" fmla="*/ 234 h 2693"/>
                <a:gd name="T6" fmla="*/ 2048 w 2219"/>
                <a:gd name="T7" fmla="*/ 1840 h 2693"/>
                <a:gd name="T8" fmla="*/ 1131 w 2219"/>
                <a:gd name="T9" fmla="*/ 2693 h 2693"/>
                <a:gd name="T10" fmla="*/ 176 w 2219"/>
                <a:gd name="T11" fmla="*/ 1840 h 2693"/>
                <a:gd name="T12" fmla="*/ 176 w 2219"/>
                <a:gd name="T13" fmla="*/ 234 h 2693"/>
                <a:gd name="T14" fmla="*/ 0 w 2219"/>
                <a:gd name="T15" fmla="*/ 0 h 2693"/>
                <a:gd name="T16" fmla="*/ 821 w 2219"/>
                <a:gd name="T17" fmla="*/ 0 h 2693"/>
                <a:gd name="T18" fmla="*/ 638 w 2219"/>
                <a:gd name="T19" fmla="*/ 234 h 2693"/>
                <a:gd name="T20" fmla="*/ 638 w 2219"/>
                <a:gd name="T21" fmla="*/ 1840 h 2693"/>
                <a:gd name="T22" fmla="*/ 1131 w 2219"/>
                <a:gd name="T23" fmla="*/ 2406 h 2693"/>
                <a:gd name="T24" fmla="*/ 1601 w 2219"/>
                <a:gd name="T25" fmla="*/ 1840 h 2693"/>
                <a:gd name="T26" fmla="*/ 1601 w 2219"/>
                <a:gd name="T27" fmla="*/ 234 h 2693"/>
                <a:gd name="T28" fmla="*/ 1420 w 2219"/>
                <a:gd name="T29" fmla="*/ 0 h 2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19" h="2693">
                  <a:moveTo>
                    <a:pt x="1420" y="0"/>
                  </a:moveTo>
                  <a:cubicBezTo>
                    <a:pt x="2219" y="0"/>
                    <a:pt x="2219" y="0"/>
                    <a:pt x="2219" y="0"/>
                  </a:cubicBezTo>
                  <a:cubicBezTo>
                    <a:pt x="2219" y="0"/>
                    <a:pt x="2048" y="91"/>
                    <a:pt x="2048" y="234"/>
                  </a:cubicBezTo>
                  <a:cubicBezTo>
                    <a:pt x="2048" y="1840"/>
                    <a:pt x="2048" y="1840"/>
                    <a:pt x="2048" y="1840"/>
                  </a:cubicBezTo>
                  <a:cubicBezTo>
                    <a:pt x="2047" y="2492"/>
                    <a:pt x="1506" y="2693"/>
                    <a:pt x="1131" y="2693"/>
                  </a:cubicBezTo>
                  <a:cubicBezTo>
                    <a:pt x="759" y="2693"/>
                    <a:pt x="175" y="2490"/>
                    <a:pt x="176" y="1840"/>
                  </a:cubicBezTo>
                  <a:cubicBezTo>
                    <a:pt x="176" y="234"/>
                    <a:pt x="176" y="234"/>
                    <a:pt x="176" y="234"/>
                  </a:cubicBezTo>
                  <a:cubicBezTo>
                    <a:pt x="176" y="91"/>
                    <a:pt x="0" y="0"/>
                    <a:pt x="0" y="0"/>
                  </a:cubicBezTo>
                  <a:cubicBezTo>
                    <a:pt x="821" y="0"/>
                    <a:pt x="821" y="0"/>
                    <a:pt x="821" y="0"/>
                  </a:cubicBezTo>
                  <a:cubicBezTo>
                    <a:pt x="821" y="0"/>
                    <a:pt x="638" y="88"/>
                    <a:pt x="638" y="234"/>
                  </a:cubicBezTo>
                  <a:cubicBezTo>
                    <a:pt x="638" y="1840"/>
                    <a:pt x="638" y="1840"/>
                    <a:pt x="638" y="1840"/>
                  </a:cubicBezTo>
                  <a:cubicBezTo>
                    <a:pt x="638" y="2182"/>
                    <a:pt x="865" y="2406"/>
                    <a:pt x="1131" y="2406"/>
                  </a:cubicBezTo>
                  <a:cubicBezTo>
                    <a:pt x="1397" y="2406"/>
                    <a:pt x="1600" y="2173"/>
                    <a:pt x="1601" y="1840"/>
                  </a:cubicBezTo>
                  <a:cubicBezTo>
                    <a:pt x="1601" y="234"/>
                    <a:pt x="1601" y="234"/>
                    <a:pt x="1601" y="234"/>
                  </a:cubicBezTo>
                  <a:cubicBezTo>
                    <a:pt x="1601" y="91"/>
                    <a:pt x="1420" y="0"/>
                    <a:pt x="1420"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1" name="Freeform 40">
              <a:extLst>
                <a:ext uri="{FF2B5EF4-FFF2-40B4-BE49-F238E27FC236}">
                  <a16:creationId xmlns:a16="http://schemas.microsoft.com/office/drawing/2014/main" id="{1D5D1B76-1664-428D-9E03-BB04B259513E}"/>
                </a:ext>
              </a:extLst>
            </p:cNvPr>
            <p:cNvSpPr>
              <a:spLocks/>
            </p:cNvSpPr>
            <p:nvPr userDrawn="1"/>
          </p:nvSpPr>
          <p:spPr bwMode="gray">
            <a:xfrm>
              <a:off x="8142289" y="401514"/>
              <a:ext cx="169862" cy="206312"/>
            </a:xfrm>
            <a:custGeom>
              <a:avLst/>
              <a:gdLst>
                <a:gd name="T0" fmla="*/ 1427 w 2240"/>
                <a:gd name="T1" fmla="*/ 0 h 2700"/>
                <a:gd name="T2" fmla="*/ 2240 w 2240"/>
                <a:gd name="T3" fmla="*/ 0 h 2700"/>
                <a:gd name="T4" fmla="*/ 2068 w 2240"/>
                <a:gd name="T5" fmla="*/ 237 h 2700"/>
                <a:gd name="T6" fmla="*/ 2067 w 2240"/>
                <a:gd name="T7" fmla="*/ 1838 h 2700"/>
                <a:gd name="T8" fmla="*/ 1122 w 2240"/>
                <a:gd name="T9" fmla="*/ 2700 h 2700"/>
                <a:gd name="T10" fmla="*/ 166 w 2240"/>
                <a:gd name="T11" fmla="*/ 1838 h 2700"/>
                <a:gd name="T12" fmla="*/ 166 w 2240"/>
                <a:gd name="T13" fmla="*/ 237 h 2700"/>
                <a:gd name="T14" fmla="*/ 0 w 2240"/>
                <a:gd name="T15" fmla="*/ 0 h 2700"/>
                <a:gd name="T16" fmla="*/ 821 w 2240"/>
                <a:gd name="T17" fmla="*/ 0 h 2700"/>
                <a:gd name="T18" fmla="*/ 631 w 2240"/>
                <a:gd name="T19" fmla="*/ 237 h 2700"/>
                <a:gd name="T20" fmla="*/ 630 w 2240"/>
                <a:gd name="T21" fmla="*/ 1838 h 2700"/>
                <a:gd name="T22" fmla="*/ 1122 w 2240"/>
                <a:gd name="T23" fmla="*/ 2413 h 2700"/>
                <a:gd name="T24" fmla="*/ 1602 w 2240"/>
                <a:gd name="T25" fmla="*/ 1838 h 2700"/>
                <a:gd name="T26" fmla="*/ 1603 w 2240"/>
                <a:gd name="T27" fmla="*/ 237 h 2700"/>
                <a:gd name="T28" fmla="*/ 1427 w 2240"/>
                <a:gd name="T29" fmla="*/ 0 h 2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40" h="2700">
                  <a:moveTo>
                    <a:pt x="1427" y="0"/>
                  </a:moveTo>
                  <a:cubicBezTo>
                    <a:pt x="2240" y="0"/>
                    <a:pt x="2240" y="0"/>
                    <a:pt x="2240" y="0"/>
                  </a:cubicBezTo>
                  <a:cubicBezTo>
                    <a:pt x="2240" y="0"/>
                    <a:pt x="2068" y="95"/>
                    <a:pt x="2068" y="237"/>
                  </a:cubicBezTo>
                  <a:cubicBezTo>
                    <a:pt x="2068" y="238"/>
                    <a:pt x="2067" y="1838"/>
                    <a:pt x="2067" y="1838"/>
                  </a:cubicBezTo>
                  <a:cubicBezTo>
                    <a:pt x="2067" y="2494"/>
                    <a:pt x="1501" y="2700"/>
                    <a:pt x="1122" y="2700"/>
                  </a:cubicBezTo>
                  <a:cubicBezTo>
                    <a:pt x="750" y="2700"/>
                    <a:pt x="166" y="2491"/>
                    <a:pt x="166" y="1838"/>
                  </a:cubicBezTo>
                  <a:cubicBezTo>
                    <a:pt x="166" y="237"/>
                    <a:pt x="166" y="237"/>
                    <a:pt x="166" y="237"/>
                  </a:cubicBezTo>
                  <a:cubicBezTo>
                    <a:pt x="166" y="94"/>
                    <a:pt x="0" y="0"/>
                    <a:pt x="0" y="0"/>
                  </a:cubicBezTo>
                  <a:cubicBezTo>
                    <a:pt x="821" y="0"/>
                    <a:pt x="821" y="0"/>
                    <a:pt x="821" y="0"/>
                  </a:cubicBezTo>
                  <a:cubicBezTo>
                    <a:pt x="821" y="0"/>
                    <a:pt x="631" y="94"/>
                    <a:pt x="631" y="237"/>
                  </a:cubicBezTo>
                  <a:cubicBezTo>
                    <a:pt x="630" y="1838"/>
                    <a:pt x="630" y="1838"/>
                    <a:pt x="630" y="1838"/>
                  </a:cubicBezTo>
                  <a:cubicBezTo>
                    <a:pt x="630" y="2178"/>
                    <a:pt x="856" y="2412"/>
                    <a:pt x="1122" y="2413"/>
                  </a:cubicBezTo>
                  <a:cubicBezTo>
                    <a:pt x="1388" y="2414"/>
                    <a:pt x="1602" y="2174"/>
                    <a:pt x="1602" y="1838"/>
                  </a:cubicBezTo>
                  <a:cubicBezTo>
                    <a:pt x="1603" y="237"/>
                    <a:pt x="1603" y="237"/>
                    <a:pt x="1603" y="237"/>
                  </a:cubicBezTo>
                  <a:cubicBezTo>
                    <a:pt x="1603" y="94"/>
                    <a:pt x="1427" y="0"/>
                    <a:pt x="142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sp>
          <p:nvSpPr>
            <p:cNvPr id="32" name="Freeform 41">
              <a:extLst>
                <a:ext uri="{FF2B5EF4-FFF2-40B4-BE49-F238E27FC236}">
                  <a16:creationId xmlns:a16="http://schemas.microsoft.com/office/drawing/2014/main" id="{CABF1A31-A3C1-40C7-B3A4-04BCF3CB3D37}"/>
                </a:ext>
              </a:extLst>
            </p:cNvPr>
            <p:cNvSpPr>
              <a:spLocks/>
            </p:cNvSpPr>
            <p:nvPr userDrawn="1"/>
          </p:nvSpPr>
          <p:spPr bwMode="gray">
            <a:xfrm>
              <a:off x="8604251" y="396753"/>
              <a:ext cx="130175" cy="211073"/>
            </a:xfrm>
            <a:custGeom>
              <a:avLst/>
              <a:gdLst>
                <a:gd name="T0" fmla="*/ 1467 w 1707"/>
                <a:gd name="T1" fmla="*/ 479 h 2755"/>
                <a:gd name="T2" fmla="*/ 1019 w 1707"/>
                <a:gd name="T3" fmla="*/ 276 h 2755"/>
                <a:gd name="T4" fmla="*/ 504 w 1707"/>
                <a:gd name="T5" fmla="*/ 677 h 2755"/>
                <a:gd name="T6" fmla="*/ 995 w 1707"/>
                <a:gd name="T7" fmla="*/ 1174 h 2755"/>
                <a:gd name="T8" fmla="*/ 1705 w 1707"/>
                <a:gd name="T9" fmla="*/ 1974 h 2755"/>
                <a:gd name="T10" fmla="*/ 651 w 1707"/>
                <a:gd name="T11" fmla="*/ 2755 h 2755"/>
                <a:gd name="T12" fmla="*/ 155 w 1707"/>
                <a:gd name="T13" fmla="*/ 2686 h 2755"/>
                <a:gd name="T14" fmla="*/ 0 w 1707"/>
                <a:gd name="T15" fmla="*/ 2177 h 2755"/>
                <a:gd name="T16" fmla="*/ 658 w 1707"/>
                <a:gd name="T17" fmla="*/ 2466 h 2755"/>
                <a:gd name="T18" fmla="*/ 1252 w 1707"/>
                <a:gd name="T19" fmla="*/ 2030 h 2755"/>
                <a:gd name="T20" fmla="*/ 46 w 1707"/>
                <a:gd name="T21" fmla="*/ 731 h 2755"/>
                <a:gd name="T22" fmla="*/ 973 w 1707"/>
                <a:gd name="T23" fmla="*/ 0 h 2755"/>
                <a:gd name="T24" fmla="*/ 1467 w 1707"/>
                <a:gd name="T25" fmla="*/ 69 h 2755"/>
                <a:gd name="T26" fmla="*/ 1467 w 1707"/>
                <a:gd name="T27" fmla="*/ 479 h 27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07" h="2755">
                  <a:moveTo>
                    <a:pt x="1467" y="479"/>
                  </a:moveTo>
                  <a:cubicBezTo>
                    <a:pt x="1467" y="479"/>
                    <a:pt x="1352" y="277"/>
                    <a:pt x="1019" y="276"/>
                  </a:cubicBezTo>
                  <a:cubicBezTo>
                    <a:pt x="686" y="275"/>
                    <a:pt x="505" y="450"/>
                    <a:pt x="504" y="677"/>
                  </a:cubicBezTo>
                  <a:cubicBezTo>
                    <a:pt x="503" y="934"/>
                    <a:pt x="696" y="1031"/>
                    <a:pt x="995" y="1174"/>
                  </a:cubicBezTo>
                  <a:cubicBezTo>
                    <a:pt x="1279" y="1311"/>
                    <a:pt x="1707" y="1499"/>
                    <a:pt x="1705" y="1974"/>
                  </a:cubicBezTo>
                  <a:cubicBezTo>
                    <a:pt x="1704" y="2399"/>
                    <a:pt x="1327" y="2755"/>
                    <a:pt x="651" y="2755"/>
                  </a:cubicBezTo>
                  <a:cubicBezTo>
                    <a:pt x="442" y="2754"/>
                    <a:pt x="155" y="2686"/>
                    <a:pt x="155" y="2686"/>
                  </a:cubicBezTo>
                  <a:cubicBezTo>
                    <a:pt x="0" y="2177"/>
                    <a:pt x="0" y="2177"/>
                    <a:pt x="0" y="2177"/>
                  </a:cubicBezTo>
                  <a:cubicBezTo>
                    <a:pt x="143" y="2316"/>
                    <a:pt x="397" y="2466"/>
                    <a:pt x="658" y="2466"/>
                  </a:cubicBezTo>
                  <a:cubicBezTo>
                    <a:pt x="929" y="2466"/>
                    <a:pt x="1252" y="2298"/>
                    <a:pt x="1252" y="2030"/>
                  </a:cubicBezTo>
                  <a:cubicBezTo>
                    <a:pt x="1252" y="1512"/>
                    <a:pt x="46" y="1598"/>
                    <a:pt x="46" y="731"/>
                  </a:cubicBezTo>
                  <a:cubicBezTo>
                    <a:pt x="46" y="433"/>
                    <a:pt x="254" y="0"/>
                    <a:pt x="973" y="0"/>
                  </a:cubicBezTo>
                  <a:cubicBezTo>
                    <a:pt x="1207" y="0"/>
                    <a:pt x="1467" y="69"/>
                    <a:pt x="1467" y="69"/>
                  </a:cubicBezTo>
                  <a:lnTo>
                    <a:pt x="1467" y="47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ja-JP" altLang="en-US"/>
            </a:p>
          </p:txBody>
        </p:sp>
      </p:grpSp>
      <p:pic>
        <p:nvPicPr>
          <p:cNvPr id="19" name="図 18" descr="FUJITSU-RESTRICTED">
            <a:extLst>
              <a:ext uri="{FF2B5EF4-FFF2-40B4-BE49-F238E27FC236}">
                <a16:creationId xmlns:a16="http://schemas.microsoft.com/office/drawing/2014/main" id="{41F3F593-9863-4280-BFE4-25631A4561C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2024 FNST</a:t>
            </a:r>
            <a:endParaRPr lang="de-DE" altLang="ja-JP"/>
          </a:p>
        </p:txBody>
      </p:sp>
      <p:sp>
        <p:nvSpPr>
          <p:cNvPr id="18" name="Slide Number Placeholder 5">
            <a:extLst>
              <a:ext uri="{FF2B5EF4-FFF2-40B4-BE49-F238E27FC236}">
                <a16:creationId xmlns:a16="http://schemas.microsoft.com/office/drawing/2014/main" id="{46C4A7D1-266B-46A5-B76C-633DB74BB133}"/>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spTree>
    <p:extLst>
      <p:ext uri="{BB962C8B-B14F-4D97-AF65-F5344CB8AC3E}">
        <p14:creationId xmlns:p14="http://schemas.microsoft.com/office/powerpoint/2010/main" val="30061366"/>
      </p:ext>
    </p:extLst>
  </p:cSld>
  <p:clrMap bg1="lt1" tx1="dk1" bg2="lt2" tx2="dk2" accent1="accent1" accent2="accent2" accent3="accent3" accent4="accent4" accent5="accent5" accent6="accent6" hlink="hlink" folHlink="folHlink"/>
  <p:sldLayoutIdLst>
    <p:sldLayoutId id="2147483734" r:id="rId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bg1"/>
          </a:solidFill>
          <a:latin typeface="+mj-lt"/>
          <a:ea typeface="+mj-ea"/>
          <a:cs typeface="+mj-cs"/>
        </a:defRPr>
      </a:lvl1pPr>
    </p:titleStyle>
    <p:bodyStyle>
      <a:lvl1pPr marL="171450" indent="-216000" algn="l" defTabSz="685800" rtl="0" eaLnBrk="1" latinLnBrk="0" hangingPunct="1">
        <a:lnSpc>
          <a:spcPct val="90000"/>
        </a:lnSpc>
        <a:spcBef>
          <a:spcPts val="750"/>
        </a:spcBef>
        <a:buClr>
          <a:schemeClr val="accent6"/>
        </a:buClr>
        <a:buSzPct val="130000"/>
        <a:buFont typeface="Tahoma" panose="020B0604030504040204" pitchFamily="34" charset="0"/>
        <a:buChar char="○"/>
        <a:defRPr kumimoji="1" sz="2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chemeClr val="accent5"/>
        </a:buClr>
        <a:buSzPct val="130000"/>
        <a:buFont typeface="Tahoma" panose="020B060403050404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tx1">
            <a:lumMod val="50000"/>
            <a:lumOff val="50000"/>
          </a:schemeClr>
        </a:buClr>
        <a:buSzPct val="130000"/>
        <a:buFont typeface="Tahoma" panose="020B0604030504040204" pitchFamily="34" charset="0"/>
        <a:buChar char="○"/>
        <a:defRPr kumimoji="1"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1">
            <a:lumMod val="50000"/>
          </a:schemeClr>
        </a:buClr>
        <a:buSzPct val="130000"/>
        <a:buFont typeface="Arial" panose="020B0604020202020204" pitchFamily="34" charset="0"/>
        <a:buChar char="●"/>
        <a:defRPr kumimoji="1"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図 8">
            <a:extLst>
              <a:ext uri="{FF2B5EF4-FFF2-40B4-BE49-F238E27FC236}">
                <a16:creationId xmlns:a16="http://schemas.microsoft.com/office/drawing/2014/main" id="{740F57D8-338C-4D61-B05D-AC393D185D82}"/>
              </a:ext>
              <a:ext uri="{C183D7F6-B498-43B3-948B-1728B52AA6E4}">
                <adec:decorative xmlns:adec="http://schemas.microsoft.com/office/drawing/2017/decorative" val="1"/>
              </a:ext>
            </a:extLst>
          </p:cNvPr>
          <p:cNvPicPr>
            <a:picLocks noChangeAspect="1"/>
          </p:cNvPicPr>
          <p:nvPr userDrawn="1"/>
        </p:nvPicPr>
        <p:blipFill rotWithShape="1">
          <a:blip r:embed="rId8" cstate="print">
            <a:extLst>
              <a:ext uri="{28A0092B-C50C-407E-A947-70E740481C1C}">
                <a14:useLocalDpi xmlns:a14="http://schemas.microsoft.com/office/drawing/2010/main"/>
              </a:ext>
            </a:extLst>
          </a:blip>
          <a:srcRect r="295"/>
          <a:stretch/>
        </p:blipFill>
        <p:spPr bwMode="gray">
          <a:xfrm>
            <a:off x="1143" y="-3923"/>
            <a:ext cx="9142857" cy="716400"/>
          </a:xfrm>
          <a:prstGeom prst="rect">
            <a:avLst/>
          </a:prstGeom>
        </p:spPr>
      </p:pic>
      <p:sp>
        <p:nvSpPr>
          <p:cNvPr id="2" name="Title Placeholder 1"/>
          <p:cNvSpPr>
            <a:spLocks noGrp="1"/>
          </p:cNvSpPr>
          <p:nvPr>
            <p:ph type="title"/>
          </p:nvPr>
        </p:nvSpPr>
        <p:spPr bwMode="gray">
          <a:xfrm>
            <a:off x="234000" y="32400"/>
            <a:ext cx="7740000" cy="655200"/>
          </a:xfrm>
          <a:prstGeom prst="rect">
            <a:avLst/>
          </a:prstGeom>
        </p:spPr>
        <p:txBody>
          <a:bodyPr vert="horz" lIns="0" tIns="108000" rIns="0" bIns="0" rtlCol="0" anchor="ctr">
            <a:normAutofit/>
          </a:bodyPr>
          <a:lstStyle/>
          <a:p>
            <a:r>
              <a:rPr lang="ja-JP" altLang="en-US"/>
              <a:t>マスター タイトルの書式設定</a:t>
            </a:r>
            <a:endParaRPr lang="en-US"/>
          </a:p>
        </p:txBody>
      </p:sp>
      <p:sp>
        <p:nvSpPr>
          <p:cNvPr id="3" name="Text Placeholder 2"/>
          <p:cNvSpPr>
            <a:spLocks noGrp="1"/>
          </p:cNvSpPr>
          <p:nvPr>
            <p:ph type="body" idx="1"/>
          </p:nvPr>
        </p:nvSpPr>
        <p:spPr bwMode="gray">
          <a:xfrm>
            <a:off x="230400" y="950400"/>
            <a:ext cx="8679600" cy="3787200"/>
          </a:xfrm>
          <a:prstGeom prst="rect">
            <a:avLst/>
          </a:prstGeom>
        </p:spPr>
        <p:txBody>
          <a:bodyPr vert="horz" lIns="0" tIns="0" rIns="0" bIns="0" rtlCol="0">
            <a:normAutofit/>
          </a:bodyPr>
          <a:lstStyle/>
          <a:p>
            <a:pPr lvl="0"/>
            <a:r>
              <a:rPr lang="ja-JP" altLang="en-US"/>
              <a:t>マスター テキストの書式設定</a:t>
            </a:r>
          </a:p>
          <a:p>
            <a:pPr lvl="1"/>
            <a:r>
              <a:rPr lang="ja-JP" altLang="en-US"/>
              <a:t>第</a:t>
            </a:r>
            <a:r>
              <a:rPr lang="en-US" altLang="ja-JP"/>
              <a:t>2</a:t>
            </a:r>
            <a:r>
              <a:rPr lang="ja-JP" altLang="en-US"/>
              <a:t> レベル</a:t>
            </a:r>
          </a:p>
          <a:p>
            <a:pPr lvl="2"/>
            <a:r>
              <a:rPr lang="ja-JP" altLang="en-US"/>
              <a:t>第</a:t>
            </a:r>
            <a:r>
              <a:rPr lang="en-US" altLang="ja-JP"/>
              <a:t>3</a:t>
            </a:r>
            <a:r>
              <a:rPr lang="ja-JP" altLang="en-US"/>
              <a:t> レベル</a:t>
            </a:r>
          </a:p>
          <a:p>
            <a:pPr lvl="3"/>
            <a:r>
              <a:rPr lang="ja-JP" altLang="en-US"/>
              <a:t>第</a:t>
            </a:r>
            <a:r>
              <a:rPr lang="en-US" altLang="ja-JP"/>
              <a:t>4</a:t>
            </a:r>
            <a:r>
              <a:rPr lang="ja-JP" altLang="en-US"/>
              <a:t> レベル</a:t>
            </a:r>
          </a:p>
          <a:p>
            <a:pPr lvl="4"/>
            <a:r>
              <a:rPr lang="ja-JP" altLang="en-US"/>
              <a:t>第</a:t>
            </a:r>
            <a:r>
              <a:rPr lang="en-US" altLang="ja-JP"/>
              <a:t>5</a:t>
            </a:r>
            <a:r>
              <a:rPr lang="ja-JP" altLang="en-US"/>
              <a:t> レベル</a:t>
            </a:r>
            <a:endParaRPr lang="en-US" altLang="ja-JP"/>
          </a:p>
          <a:p>
            <a:pPr lvl="5"/>
            <a:r>
              <a:rPr lang="ja-JP" altLang="en-US"/>
              <a:t>テキスト</a:t>
            </a:r>
            <a:endParaRPr lang="en-US" altLang="ja-JP"/>
          </a:p>
          <a:p>
            <a:pPr lvl="6"/>
            <a:r>
              <a:rPr lang="ja-JP" altLang="en-US"/>
              <a:t>テキスト</a:t>
            </a:r>
            <a:endParaRPr lang="en-US" altLang="ja-JP"/>
          </a:p>
          <a:p>
            <a:pPr lvl="7"/>
            <a:r>
              <a:rPr lang="ja-JP" altLang="en-US"/>
              <a:t>テキスト</a:t>
            </a:r>
            <a:endParaRPr lang="en-US" altLang="ja-JP"/>
          </a:p>
          <a:p>
            <a:pPr lvl="8"/>
            <a:r>
              <a:rPr lang="ja-JP" altLang="en-US"/>
              <a:t>テキスト</a:t>
            </a:r>
            <a:endParaRPr lang="en-US"/>
          </a:p>
        </p:txBody>
      </p:sp>
      <p:sp>
        <p:nvSpPr>
          <p:cNvPr id="5" name="Footer Placeholder 4"/>
          <p:cNvSpPr>
            <a:spLocks noGrp="1"/>
          </p:cNvSpPr>
          <p:nvPr>
            <p:ph type="ftr" sz="quarter" idx="3"/>
          </p:nvPr>
        </p:nvSpPr>
        <p:spPr bwMode="gray">
          <a:xfrm>
            <a:off x="7758000" y="4888800"/>
            <a:ext cx="1155600" cy="108000"/>
          </a:xfrm>
          <a:prstGeom prst="rect">
            <a:avLst/>
          </a:prstGeom>
        </p:spPr>
        <p:txBody>
          <a:bodyPr vert="horz" wrap="none" lIns="0" tIns="0" rIns="0" bIns="0" rtlCol="0" anchor="ctr"/>
          <a:lstStyle>
            <a:lvl1pPr algn="r">
              <a:defRPr sz="700">
                <a:solidFill>
                  <a:schemeClr val="tx1"/>
                </a:solidFill>
                <a:latin typeface="Arial" panose="020B0604020202020204" pitchFamily="34" charset="0"/>
                <a:cs typeface="Arial" panose="020B0604020202020204" pitchFamily="34" charset="0"/>
              </a:defRPr>
            </a:lvl1pPr>
          </a:lstStyle>
          <a:p>
            <a:r>
              <a:rPr lang="en-US" altLang="ja-JP"/>
              <a:t>© 2024 FNST</a:t>
            </a:r>
            <a:endParaRPr lang="de-DE" altLang="ja-JP"/>
          </a:p>
        </p:txBody>
      </p:sp>
      <p:sp>
        <p:nvSpPr>
          <p:cNvPr id="10" name="Slide Number Placeholder 5">
            <a:extLst>
              <a:ext uri="{FF2B5EF4-FFF2-40B4-BE49-F238E27FC236}">
                <a16:creationId xmlns:a16="http://schemas.microsoft.com/office/drawing/2014/main" id="{41D8FCF7-17D7-419C-9A69-F8EE30CBAC22}"/>
              </a:ext>
            </a:extLst>
          </p:cNvPr>
          <p:cNvSpPr>
            <a:spLocks noGrp="1"/>
          </p:cNvSpPr>
          <p:nvPr>
            <p:ph type="sldNum" sz="quarter" idx="4"/>
          </p:nvPr>
        </p:nvSpPr>
        <p:spPr bwMode="gray">
          <a:xfrm>
            <a:off x="4302000" y="4878000"/>
            <a:ext cx="540000" cy="122400"/>
          </a:xfrm>
          <a:prstGeom prst="rect">
            <a:avLst/>
          </a:prstGeom>
        </p:spPr>
        <p:txBody>
          <a:bodyPr vert="horz" lIns="0" tIns="0" rIns="0" bIns="0" rtlCol="0" anchor="ctr"/>
          <a:lstStyle>
            <a:lvl1pPr algn="ctr">
              <a:defRPr sz="800">
                <a:solidFill>
                  <a:schemeClr val="tx1"/>
                </a:solidFill>
                <a:latin typeface="Arial" panose="020B0604020202020204" pitchFamily="34" charset="0"/>
                <a:cs typeface="Arial" panose="020B0604020202020204" pitchFamily="34" charset="0"/>
              </a:defRPr>
            </a:lvl1pPr>
          </a:lstStyle>
          <a:p>
            <a:fld id="{4D029D89-7B63-4C94-AD4D-2E4D6BB83637}" type="slidenum">
              <a:rPr kumimoji="1" lang="ja-JP" altLang="en-US" smtClean="0"/>
              <a:pPr/>
              <a:t>‹#›</a:t>
            </a:fld>
            <a:endParaRPr kumimoji="1" lang="ja-JP" altLang="en-US"/>
          </a:p>
        </p:txBody>
      </p:sp>
      <p:pic>
        <p:nvPicPr>
          <p:cNvPr id="11" name="図 10" descr="FUJITSU-RESTRICTED">
            <a:extLst>
              <a:ext uri="{FF2B5EF4-FFF2-40B4-BE49-F238E27FC236}">
                <a16:creationId xmlns:a16="http://schemas.microsoft.com/office/drawing/2014/main" id="{4E7239B8-751E-4DF0-89F5-0B951BED751D}"/>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bwMode="gray">
          <a:xfrm>
            <a:off x="230400" y="4863874"/>
            <a:ext cx="1292691" cy="166263"/>
          </a:xfrm>
          <a:prstGeom prst="rect">
            <a:avLst/>
          </a:prstGeom>
        </p:spPr>
      </p:pic>
      <p:pic>
        <p:nvPicPr>
          <p:cNvPr id="12" name="図 11" descr="Fujitsu">
            <a:extLst>
              <a:ext uri="{FF2B5EF4-FFF2-40B4-BE49-F238E27FC236}">
                <a16:creationId xmlns:a16="http://schemas.microsoft.com/office/drawing/2014/main" id="{70400893-7FF3-45A5-97C9-69623AEE5CBD}"/>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bwMode="gray">
          <a:xfrm>
            <a:off x="8169274" y="180891"/>
            <a:ext cx="739862" cy="360000"/>
          </a:xfrm>
          <a:prstGeom prst="rect">
            <a:avLst/>
          </a:prstGeom>
        </p:spPr>
      </p:pic>
    </p:spTree>
    <p:extLst>
      <p:ext uri="{BB962C8B-B14F-4D97-AF65-F5344CB8AC3E}">
        <p14:creationId xmlns:p14="http://schemas.microsoft.com/office/powerpoint/2010/main" val="2279705927"/>
      </p:ext>
    </p:extLst>
  </p:cSld>
  <p:clrMap bg1="lt1" tx1="dk1" bg2="lt2" tx2="dk2" accent1="accent1" accent2="accent2" accent3="accent3" accent4="accent4" accent5="accent5" accent6="accent6" hlink="hlink" folHlink="folHlink"/>
  <p:sldLayoutIdLst>
    <p:sldLayoutId id="2147483725" r:id="rId1"/>
    <p:sldLayoutId id="2147483713" r:id="rId2"/>
    <p:sldLayoutId id="2147483714" r:id="rId3"/>
    <p:sldLayoutId id="2147483715" r:id="rId4"/>
    <p:sldLayoutId id="2147483716" r:id="rId5"/>
    <p:sldLayoutId id="2147483726" r:id="rId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685800" rtl="0" eaLnBrk="1" latinLnBrk="0" hangingPunct="1">
        <a:lnSpc>
          <a:spcPct val="90000"/>
        </a:lnSpc>
        <a:spcBef>
          <a:spcPct val="0"/>
        </a:spcBef>
        <a:buNone/>
        <a:defRPr kumimoji="1" sz="2800" b="1" kern="1200">
          <a:solidFill>
            <a:schemeClr val="tx1"/>
          </a:solidFill>
          <a:latin typeface="+mj-lt"/>
          <a:ea typeface="+mj-ea"/>
          <a:cs typeface="+mj-cs"/>
        </a:defRPr>
      </a:lvl1pPr>
    </p:titleStyle>
    <p:bodyStyle>
      <a:lvl1pPr marL="171450" indent="-216000" algn="l" defTabSz="685800" rtl="0" eaLnBrk="1" latinLnBrk="0" hangingPunct="1">
        <a:lnSpc>
          <a:spcPct val="90000"/>
        </a:lnSpc>
        <a:spcBef>
          <a:spcPts val="750"/>
        </a:spcBef>
        <a:buClr>
          <a:schemeClr val="accent2"/>
        </a:buClr>
        <a:buSzPct val="130000"/>
        <a:buFont typeface="Tahoma" panose="020B0604030504040204" pitchFamily="34" charset="0"/>
        <a:buChar char="○"/>
        <a:defRPr kumimoji="1" sz="22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Clr>
          <a:srgbClr val="FFE800"/>
        </a:buClr>
        <a:buSzPct val="130000"/>
        <a:buFont typeface="Tahoma" panose="020B060403050404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Clr>
          <a:schemeClr val="tx1">
            <a:lumMod val="50000"/>
            <a:lumOff val="50000"/>
          </a:schemeClr>
        </a:buClr>
        <a:buSzPct val="130000"/>
        <a:buFont typeface="Tahoma" panose="020B0604030504040204" pitchFamily="34" charset="0"/>
        <a:buChar char="○"/>
        <a:defRPr kumimoji="1" sz="16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Clr>
          <a:schemeClr val="bg1">
            <a:lumMod val="50000"/>
          </a:schemeClr>
        </a:buClr>
        <a:buSzPct val="130000"/>
        <a:buFont typeface="Arial" panose="020B0604020202020204" pitchFamily="34" charset="0"/>
        <a:buChar char="●"/>
        <a:defRPr kumimoji="1"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Clr>
          <a:schemeClr val="bg1">
            <a:lumMod val="50000"/>
          </a:schemeClr>
        </a:buClr>
        <a:buFont typeface="Arial" panose="020B0604020202020204" pitchFamily="34" charset="0"/>
        <a:buChar char="–"/>
        <a:defRPr kumimoji="1" sz="140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hyperlink" Target="https://www.fujitsu.com/cn/microsite/fnst/service/smart-car/ecu/index.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3.xml"/><Relationship Id="rId5" Type="http://schemas.openxmlformats.org/officeDocument/2006/relationships/image" Target="../media/image40.png"/><Relationship Id="rId4" Type="http://schemas.openxmlformats.org/officeDocument/2006/relationships/image" Target="../media/image3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SWE1_&#215;&#215;_&#36719;&#20214;&#38656;&#27714;&#35268;&#26684;&#35828;&#26126;&#20070;&#20363;&#23376;_V1.0.xlsx" TargetMode="External"/><Relationship Id="rId7" Type="http://schemas.openxmlformats.org/officeDocument/2006/relationships/image" Target="../media/image42.sv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33.png"/><Relationship Id="rId4" Type="http://schemas.openxmlformats.org/officeDocument/2006/relationships/hyperlink" Target="VDA%20SCOPE&#36807;&#31243;.xlsx"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hyperlink" Target="SWE1_&#215;&#215;_&#36719;&#20214;&#38656;&#27714;&#35268;&#26684;&#35828;&#26126;&#20070;&#20363;&#23376;_V1.0.xlsx" TargetMode="External"/><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44.png"/><Relationship Id="rId4" Type="http://schemas.openxmlformats.org/officeDocument/2006/relationships/hyperlink" Target="https://en.wikipedia.org/wiki/Deployment_diagram"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46.png"/><Relationship Id="rId4" Type="http://schemas.openxmlformats.org/officeDocument/2006/relationships/hyperlink" Target="https://en.wikipedia.org/wiki/Deployment_diagra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SWE2_&#215;&#215;_&#36719;&#20214;&#26550;&#26500;&#35774;&#35745;&#35828;&#26126;&#20070;&#20363;&#23376;_V1.0.xlsx"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hyperlink" Target="SWE3_&#215;&#215;_&#36719;&#20214;&#35814;&#32454;&#35774;&#35745;&#35828;&#26126;&#20070;&#20363;&#23376;_V1.0.xlsx"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55.png"/><Relationship Id="rId4" Type="http://schemas.openxmlformats.org/officeDocument/2006/relationships/image" Target="../media/image54.png"/></Relationships>
</file>

<file path=ppt/slides/_rels/slide29.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23.xml"/><Relationship Id="rId1" Type="http://schemas.openxmlformats.org/officeDocument/2006/relationships/slideLayout" Target="../slideLayouts/slideLayout3.xml"/><Relationship Id="rId5" Type="http://schemas.openxmlformats.org/officeDocument/2006/relationships/image" Target="../media/image58.png"/><Relationship Id="rId4" Type="http://schemas.openxmlformats.org/officeDocument/2006/relationships/image" Target="../media/image57.png"/></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7" Type="http://schemas.openxmlformats.org/officeDocument/2006/relationships/hyperlink" Target="VDA%20SCOPE&#36807;&#31243;.xlsx" TargetMode="External"/><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hyperlink" Target="SWE1_&#215;&#215;_&#36719;&#20214;&#38656;&#27714;&#35268;&#26684;&#35828;&#26126;&#20070;&#20363;&#23376;_V1.0.xlsx" TargetMode="External"/><Relationship Id="rId5" Type="http://schemas.openxmlformats.org/officeDocument/2006/relationships/image" Target="../media/image42.sv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26.xml"/><Relationship Id="rId1" Type="http://schemas.openxmlformats.org/officeDocument/2006/relationships/slideLayout" Target="../slideLayouts/slideLayout3.xml"/><Relationship Id="rId5" Type="http://schemas.openxmlformats.org/officeDocument/2006/relationships/image" Target="../media/image61.png"/><Relationship Id="rId4" Type="http://schemas.openxmlformats.org/officeDocument/2006/relationships/image" Target="../media/image6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65.png"/><Relationship Id="rId4" Type="http://schemas.openxmlformats.org/officeDocument/2006/relationships/image" Target="../media/image64.png"/></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8.xml"/><Relationship Id="rId1" Type="http://schemas.openxmlformats.org/officeDocument/2006/relationships/slideLayout" Target="../slideLayouts/slideLayout3.xml"/><Relationship Id="rId5" Type="http://schemas.openxmlformats.org/officeDocument/2006/relationships/image" Target="../media/image68.png"/><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39.xml"/><Relationship Id="rId1" Type="http://schemas.openxmlformats.org/officeDocument/2006/relationships/slideLayout" Target="../slideLayouts/slideLayout3.xml"/><Relationship Id="rId4" Type="http://schemas.openxmlformats.org/officeDocument/2006/relationships/image" Target="../media/image70.png"/></Relationships>
</file>

<file path=ppt/slides/_rels/slide46.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ASPICE4.0&#21644;CMMI2.0&#30340;&#23545;&#29031;&#20851;&#31995;.xlsx" TargetMode="External"/><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73.png"/><Relationship Id="rId4" Type="http://schemas.openxmlformats.org/officeDocument/2006/relationships/image" Target="../media/image7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2C3A0-CC62-4DD3-9419-8CDEC197B958}"/>
              </a:ext>
            </a:extLst>
          </p:cNvPr>
          <p:cNvSpPr>
            <a:spLocks noGrp="1"/>
          </p:cNvSpPr>
          <p:nvPr>
            <p:ph type="ctrTitle"/>
          </p:nvPr>
        </p:nvSpPr>
        <p:spPr>
          <a:xfrm>
            <a:off x="156177" y="1131750"/>
            <a:ext cx="5400000" cy="1440000"/>
          </a:xfrm>
        </p:spPr>
        <p:txBody>
          <a:bodyPr/>
          <a:lstStyle/>
          <a:p>
            <a:r>
              <a:rPr lang="en-US" altLang="zh-CN" dirty="0">
                <a:latin typeface="Microsoft YaHei" panose="020B0503020204020204" pitchFamily="34" charset="-122"/>
                <a:ea typeface="Microsoft YaHei" panose="020B0503020204020204" pitchFamily="34" charset="-122"/>
              </a:rPr>
              <a:t>ASPICE</a:t>
            </a:r>
            <a:r>
              <a:rPr lang="zh-CN" altLang="en-US" dirty="0">
                <a:latin typeface="Microsoft YaHei" panose="020B0503020204020204" pitchFamily="34" charset="-122"/>
                <a:ea typeface="Microsoft YaHei" panose="020B0503020204020204" pitchFamily="34" charset="-122"/>
              </a:rPr>
              <a:t>入门</a:t>
            </a:r>
            <a:br>
              <a:rPr lang="en-US" altLang="zh-CN" dirty="0">
                <a:latin typeface="Microsoft YaHei" panose="020B0503020204020204" pitchFamily="34" charset="-122"/>
                <a:ea typeface="Microsoft YaHei" panose="020B0503020204020204" pitchFamily="34" charset="-122"/>
              </a:rPr>
            </a:br>
            <a:r>
              <a:rPr lang="en-US" altLang="zh-CN" sz="1600" dirty="0">
                <a:latin typeface="Microsoft YaHei" panose="020B0503020204020204" pitchFamily="34" charset="-122"/>
                <a:ea typeface="Microsoft YaHei" panose="020B0503020204020204" pitchFamily="34" charset="-122"/>
              </a:rPr>
              <a:t>                        </a:t>
            </a:r>
            <a:endParaRPr lang="zh-CN" altLang="en-US" sz="2000" dirty="0">
              <a:latin typeface="Microsoft YaHei" panose="020B0503020204020204" pitchFamily="34" charset="-122"/>
              <a:ea typeface="Microsoft YaHei" panose="020B0503020204020204" pitchFamily="34" charset="-122"/>
            </a:endParaRPr>
          </a:p>
        </p:txBody>
      </p:sp>
      <p:sp>
        <p:nvSpPr>
          <p:cNvPr id="3" name="副标题 2">
            <a:extLst>
              <a:ext uri="{FF2B5EF4-FFF2-40B4-BE49-F238E27FC236}">
                <a16:creationId xmlns:a16="http://schemas.microsoft.com/office/drawing/2014/main" id="{1E1816F8-7F0B-4745-8616-4541A5ED6613}"/>
              </a:ext>
            </a:extLst>
          </p:cNvPr>
          <p:cNvSpPr>
            <a:spLocks noGrp="1"/>
          </p:cNvSpPr>
          <p:nvPr>
            <p:ph type="subTitle" idx="1"/>
          </p:nvPr>
        </p:nvSpPr>
        <p:spPr>
          <a:xfrm>
            <a:off x="289899" y="3316697"/>
            <a:ext cx="4748400" cy="1260000"/>
          </a:xfrm>
        </p:spPr>
        <p:txBody>
          <a:bodyPr/>
          <a:lstStyle/>
          <a:p>
            <a:pPr eaLnBrk="1" hangingPunct="1"/>
            <a:r>
              <a:rPr lang="en-US" altLang="zh-CN" sz="1800" b="1" kern="0" dirty="0">
                <a:solidFill>
                  <a:schemeClr val="tx1"/>
                </a:solidFill>
                <a:latin typeface="Microsoft YaHei" panose="020B0503020204020204" pitchFamily="34" charset="-122"/>
                <a:ea typeface="Microsoft YaHei" panose="020B0503020204020204" pitchFamily="34" charset="-122"/>
              </a:rPr>
              <a:t>2025</a:t>
            </a:r>
            <a:r>
              <a:rPr lang="zh-CN" altLang="en-US" sz="1800" b="1" kern="0" dirty="0">
                <a:solidFill>
                  <a:schemeClr val="tx1"/>
                </a:solidFill>
                <a:latin typeface="Microsoft YaHei" panose="020B0503020204020204" pitchFamily="34" charset="-122"/>
                <a:ea typeface="Microsoft YaHei" panose="020B0503020204020204" pitchFamily="34" charset="-122"/>
              </a:rPr>
              <a:t>年</a:t>
            </a:r>
            <a:r>
              <a:rPr lang="en-US" altLang="zh-CN" b="1" kern="0" dirty="0">
                <a:latin typeface="Microsoft YaHei" panose="020B0503020204020204" pitchFamily="34" charset="-122"/>
                <a:ea typeface="Microsoft YaHei" panose="020B0503020204020204" pitchFamily="34" charset="-122"/>
              </a:rPr>
              <a:t>7</a:t>
            </a:r>
            <a:r>
              <a:rPr lang="zh-CN" altLang="en-US" sz="1800" b="1" kern="0" dirty="0">
                <a:solidFill>
                  <a:schemeClr val="tx1"/>
                </a:solidFill>
                <a:latin typeface="Microsoft YaHei" panose="020B0503020204020204" pitchFamily="34" charset="-122"/>
                <a:ea typeface="Microsoft YaHei" panose="020B0503020204020204" pitchFamily="34" charset="-122"/>
              </a:rPr>
              <a:t>月</a:t>
            </a:r>
          </a:p>
          <a:p>
            <a:pPr eaLnBrk="1" hangingPunct="1"/>
            <a:r>
              <a:rPr lang="zh-CN" altLang="en-US" sz="1800" b="1" kern="0" dirty="0">
                <a:solidFill>
                  <a:schemeClr val="tx1"/>
                </a:solidFill>
                <a:latin typeface="Microsoft YaHei" panose="020B0503020204020204" pitchFamily="34" charset="-122"/>
                <a:ea typeface="Microsoft YaHei" panose="020B0503020204020204" pitchFamily="34" charset="-122"/>
              </a:rPr>
              <a:t>富士通</a:t>
            </a:r>
            <a:r>
              <a:rPr lang="en-US" altLang="zh-CN" sz="1800" b="1" kern="0" dirty="0">
                <a:solidFill>
                  <a:schemeClr val="tx1"/>
                </a:solidFill>
                <a:latin typeface="Microsoft YaHei" panose="020B0503020204020204" pitchFamily="34" charset="-122"/>
                <a:ea typeface="Microsoft YaHei" panose="020B0503020204020204" pitchFamily="34" charset="-122"/>
              </a:rPr>
              <a:t>(</a:t>
            </a:r>
            <a:r>
              <a:rPr lang="zh-CN" altLang="en-US" sz="1800" b="1" kern="0" dirty="0">
                <a:solidFill>
                  <a:schemeClr val="tx1"/>
                </a:solidFill>
                <a:latin typeface="Microsoft YaHei" panose="020B0503020204020204" pitchFamily="34" charset="-122"/>
                <a:ea typeface="Microsoft YaHei" panose="020B0503020204020204" pitchFamily="34" charset="-122"/>
              </a:rPr>
              <a:t>南京</a:t>
            </a:r>
            <a:r>
              <a:rPr lang="en-US" altLang="zh-CN" sz="1800" b="1" kern="0" dirty="0">
                <a:solidFill>
                  <a:schemeClr val="tx1"/>
                </a:solidFill>
                <a:latin typeface="Microsoft YaHei" panose="020B0503020204020204" pitchFamily="34" charset="-122"/>
                <a:ea typeface="Microsoft YaHei" panose="020B0503020204020204" pitchFamily="34" charset="-122"/>
              </a:rPr>
              <a:t>)</a:t>
            </a:r>
            <a:r>
              <a:rPr lang="zh-CN" altLang="en-US" sz="1800" b="1" kern="0" dirty="0">
                <a:solidFill>
                  <a:schemeClr val="tx1"/>
                </a:solidFill>
                <a:latin typeface="Microsoft YaHei" panose="020B0503020204020204" pitchFamily="34" charset="-122"/>
                <a:ea typeface="Microsoft YaHei" panose="020B0503020204020204" pitchFamily="34" charset="-122"/>
              </a:rPr>
              <a:t>软件技术有限公司</a:t>
            </a:r>
          </a:p>
          <a:p>
            <a:pPr eaLnBrk="1" hangingPunct="1"/>
            <a:r>
              <a:rPr lang="zh-CN" altLang="en-US" sz="1800" b="1" kern="0" dirty="0">
                <a:solidFill>
                  <a:schemeClr val="tx1"/>
                </a:solidFill>
                <a:latin typeface="Microsoft YaHei" panose="020B0503020204020204" pitchFamily="34" charset="-122"/>
                <a:ea typeface="Microsoft YaHei" panose="020B0503020204020204" pitchFamily="34" charset="-122"/>
              </a:rPr>
              <a:t>业务财务部 品质课</a:t>
            </a:r>
          </a:p>
        </p:txBody>
      </p:sp>
      <p:sp>
        <p:nvSpPr>
          <p:cNvPr id="4" name="フッター プレースホルダー 3">
            <a:extLst>
              <a:ext uri="{FF2B5EF4-FFF2-40B4-BE49-F238E27FC236}">
                <a16:creationId xmlns:a16="http://schemas.microsoft.com/office/drawing/2014/main" id="{04F6A5CE-AD54-4CD2-BE8B-4D090DE539AB}"/>
              </a:ext>
            </a:extLst>
          </p:cNvPr>
          <p:cNvSpPr>
            <a:spLocks noGrp="1"/>
          </p:cNvSpPr>
          <p:nvPr>
            <p:ph type="ftr" sz="quarter" idx="11"/>
          </p:nvPr>
        </p:nvSpPr>
        <p:spPr/>
        <p:txBody>
          <a:bodyPr/>
          <a:lstStyle/>
          <a:p>
            <a:r>
              <a:rPr kumimoji="1" lang="en-US" altLang="ja-JP" dirty="0">
                <a:latin typeface="Microsoft YaHei" panose="020B0503020204020204" pitchFamily="34" charset="-122"/>
                <a:ea typeface="Microsoft YaHei" panose="020B0503020204020204" pitchFamily="34" charset="-122"/>
              </a:rPr>
              <a:t>© 2025 FNST</a:t>
            </a:r>
            <a:endParaRPr kumimoji="1" lang="ja-JP"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9634369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82D9C-D46D-6096-15A3-CBC78F8307B1}"/>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D67525EC-0E4F-9BA7-F4D7-8C275468E1A9}"/>
              </a:ext>
            </a:extLst>
          </p:cNvPr>
          <p:cNvSpPr>
            <a:spLocks noGrp="1"/>
          </p:cNvSpPr>
          <p:nvPr>
            <p:ph type="title"/>
          </p:nvPr>
        </p:nvSpPr>
        <p:spPr>
          <a:xfrm>
            <a:off x="97812" y="53702"/>
            <a:ext cx="7740000" cy="655200"/>
          </a:xfrm>
        </p:spPr>
        <p:txBody>
          <a:bodyPr/>
          <a:lstStyle/>
          <a:p>
            <a:r>
              <a:rPr lang="zh-CN" altLang="en-US" dirty="0">
                <a:latin typeface="微软雅黑" panose="020B0503020204020204" pitchFamily="34" charset="-122"/>
                <a:ea typeface="微软雅黑" panose="020B0503020204020204" pitchFamily="34" charset="-122"/>
              </a:rPr>
              <a:t>目录</a:t>
            </a:r>
          </a:p>
        </p:txBody>
      </p:sp>
      <p:sp>
        <p:nvSpPr>
          <p:cNvPr id="6" name="内容占位符 5">
            <a:extLst>
              <a:ext uri="{FF2B5EF4-FFF2-40B4-BE49-F238E27FC236}">
                <a16:creationId xmlns:a16="http://schemas.microsoft.com/office/drawing/2014/main" id="{FF883AD7-29E9-5C50-D17E-9874F39C8FE4}"/>
              </a:ext>
            </a:extLst>
          </p:cNvPr>
          <p:cNvSpPr>
            <a:spLocks noGrp="1"/>
          </p:cNvSpPr>
          <p:nvPr>
            <p:ph idx="1"/>
          </p:nvPr>
        </p:nvSpPr>
        <p:spPr>
          <a:xfrm>
            <a:off x="97812" y="837435"/>
            <a:ext cx="8679600" cy="3892219"/>
          </a:xfrm>
        </p:spPr>
        <p:txBody>
          <a:bodyPr/>
          <a:lstStyle/>
          <a:p>
            <a:r>
              <a:rPr lang="zh-CN" altLang="en-US" sz="2000" b="1" dirty="0">
                <a:latin typeface="微软雅黑" panose="020B0503020204020204" pitchFamily="34" charset="-122"/>
                <a:ea typeface="微软雅黑" panose="020B0503020204020204" pitchFamily="34" charset="-122"/>
              </a:rPr>
              <a:t>为什么要了解</a:t>
            </a:r>
            <a:r>
              <a:rPr lang="en-US" altLang="zh-CN" sz="2000" b="1" dirty="0">
                <a:latin typeface="微软雅黑" panose="020B0503020204020204" pitchFamily="34" charset="-122"/>
                <a:ea typeface="微软雅黑" panose="020B0503020204020204" pitchFamily="34" charset="-122"/>
              </a:rPr>
              <a:t>ASPICE</a:t>
            </a:r>
          </a:p>
          <a:p>
            <a:r>
              <a:rPr lang="en-US" altLang="zh-CN" sz="2000" b="1" dirty="0">
                <a:latin typeface="微软雅黑" panose="020B0503020204020204" pitchFamily="34" charset="-122"/>
                <a:ea typeface="微软雅黑" panose="020B0503020204020204" pitchFamily="34" charset="-122"/>
              </a:rPr>
              <a:t>ASPICE</a:t>
            </a:r>
            <a:r>
              <a:rPr lang="zh-CN" altLang="en-US" sz="2000" b="1" dirty="0">
                <a:latin typeface="微软雅黑" panose="020B0503020204020204" pitchFamily="34" charset="-122"/>
                <a:ea typeface="微软雅黑" panose="020B0503020204020204" pitchFamily="34" charset="-122"/>
              </a:rPr>
              <a:t>是什么？</a:t>
            </a:r>
            <a:endParaRPr lang="en-US" altLang="zh-CN" sz="1600" dirty="0">
              <a:latin typeface="微软雅黑" panose="020B0503020204020204" pitchFamily="34" charset="-122"/>
              <a:ea typeface="微软雅黑" panose="020B0503020204020204" pitchFamily="34" charset="-122"/>
            </a:endParaRPr>
          </a:p>
          <a:p>
            <a:pPr marL="271463" lvl="1" indent="-271463">
              <a:buClr>
                <a:schemeClr val="accent4"/>
              </a:buClr>
              <a:buFont typeface="Meiryo UI" panose="020B0604030504040204" pitchFamily="50" charset="-128"/>
              <a:buChar char="◎"/>
            </a:pPr>
            <a:r>
              <a:rPr lang="en-US" altLang="zh-CN" sz="2000" b="1" dirty="0">
                <a:latin typeface="微软雅黑" panose="020B0503020204020204" pitchFamily="34" charset="-122"/>
                <a:ea typeface="微软雅黑" panose="020B0503020204020204" pitchFamily="34" charset="-122"/>
              </a:rPr>
              <a:t>ASPICE</a:t>
            </a:r>
            <a:r>
              <a:rPr lang="zh-CN" altLang="en-US" sz="2000" b="1" dirty="0">
                <a:latin typeface="微软雅黑" panose="020B0503020204020204" pitchFamily="34" charset="-122"/>
                <a:ea typeface="微软雅黑" panose="020B0503020204020204" pitchFamily="34" charset="-122"/>
              </a:rPr>
              <a:t>过程介绍及其在</a:t>
            </a:r>
            <a:r>
              <a:rPr lang="en-US" altLang="zh-CN" sz="2000" b="1" dirty="0">
                <a:latin typeface="微软雅黑" panose="020B0503020204020204" pitchFamily="34" charset="-122"/>
                <a:ea typeface="微软雅黑" panose="020B0503020204020204" pitchFamily="34" charset="-122"/>
              </a:rPr>
              <a:t>FNST</a:t>
            </a:r>
            <a:r>
              <a:rPr lang="zh-CN" altLang="en-US" sz="2000" b="1" dirty="0">
                <a:latin typeface="微软雅黑" panose="020B0503020204020204" pitchFamily="34" charset="-122"/>
                <a:ea typeface="微软雅黑" panose="020B0503020204020204" pitchFamily="34" charset="-122"/>
              </a:rPr>
              <a:t>中的运用示例</a:t>
            </a:r>
            <a:endParaRPr lang="en-US" altLang="zh-CN" sz="2000" b="1" dirty="0">
              <a:latin typeface="微软雅黑" panose="020B0503020204020204" pitchFamily="34" charset="-122"/>
              <a:ea typeface="微软雅黑" panose="020B0503020204020204" pitchFamily="34" charset="-122"/>
            </a:endParaRPr>
          </a:p>
          <a:p>
            <a:pPr lvl="1"/>
            <a:r>
              <a:rPr lang="en-US" altLang="zh-CN" sz="1600" dirty="0">
                <a:latin typeface="微软雅黑" panose="020B0503020204020204" pitchFamily="34" charset="-122"/>
                <a:ea typeface="微软雅黑" panose="020B0503020204020204" pitchFamily="34" charset="-122"/>
              </a:rPr>
              <a:t>CL1</a:t>
            </a:r>
            <a:r>
              <a:rPr lang="zh-CN" altLang="en-US" sz="1600" dirty="0">
                <a:latin typeface="微软雅黑" panose="020B0503020204020204" pitchFamily="34" charset="-122"/>
                <a:ea typeface="微软雅黑" panose="020B0503020204020204" pitchFamily="34" charset="-122"/>
              </a:rPr>
              <a:t>级</a:t>
            </a:r>
            <a:r>
              <a:rPr lang="en-US" altLang="zh-CN" sz="1600" dirty="0">
                <a:latin typeface="微软雅黑" panose="020B0503020204020204" pitchFamily="34" charset="-122"/>
                <a:ea typeface="微软雅黑" panose="020B0503020204020204" pitchFamily="34" charset="-122"/>
              </a:rPr>
              <a:t>(PA1.1)</a:t>
            </a:r>
            <a:r>
              <a:rPr lang="zh-CN" altLang="en-US" sz="1600" dirty="0">
                <a:latin typeface="微软雅黑" panose="020B0503020204020204" pitchFamily="34" charset="-122"/>
                <a:ea typeface="微软雅黑" panose="020B0503020204020204" pitchFamily="34" charset="-122"/>
              </a:rPr>
              <a:t>过程</a:t>
            </a:r>
            <a:endParaRPr lang="en-US" altLang="zh-CN" sz="1600" dirty="0">
              <a:latin typeface="微软雅黑" panose="020B0503020204020204" pitchFamily="34" charset="-122"/>
              <a:ea typeface="微软雅黑" panose="020B0503020204020204" pitchFamily="34" charset="-122"/>
            </a:endParaRPr>
          </a:p>
          <a:p>
            <a:pPr lvl="1"/>
            <a:r>
              <a:rPr lang="en-US" altLang="zh-CN" sz="1600" dirty="0">
                <a:latin typeface="微软雅黑" panose="020B0503020204020204" pitchFamily="34" charset="-122"/>
                <a:ea typeface="微软雅黑" panose="020B0503020204020204" pitchFamily="34" charset="-122"/>
              </a:rPr>
              <a:t>CL2</a:t>
            </a:r>
            <a:r>
              <a:rPr lang="zh-CN" altLang="en-US" sz="1600" dirty="0">
                <a:latin typeface="微软雅黑" panose="020B0503020204020204" pitchFamily="34" charset="-122"/>
                <a:ea typeface="微软雅黑" panose="020B0503020204020204" pitchFamily="34" charset="-122"/>
              </a:rPr>
              <a:t>级</a:t>
            </a:r>
            <a:r>
              <a:rPr lang="en-US" altLang="zh-CN" sz="1600" dirty="0">
                <a:latin typeface="微软雅黑" panose="020B0503020204020204" pitchFamily="34" charset="-122"/>
                <a:ea typeface="微软雅黑" panose="020B0503020204020204" pitchFamily="34" charset="-122"/>
              </a:rPr>
              <a:t>(PA2.1 PA2.2)</a:t>
            </a:r>
            <a:r>
              <a:rPr lang="zh-CN" altLang="en-US" sz="1600" dirty="0">
                <a:latin typeface="微软雅黑" panose="020B0503020204020204" pitchFamily="34" charset="-122"/>
                <a:ea typeface="微软雅黑" panose="020B0503020204020204" pitchFamily="34" charset="-122"/>
              </a:rPr>
              <a:t>过程</a:t>
            </a:r>
            <a:endParaRPr lang="en-US" altLang="zh-CN" sz="1600" dirty="0">
              <a:latin typeface="微软雅黑" panose="020B0503020204020204" pitchFamily="34" charset="-122"/>
              <a:ea typeface="微软雅黑" panose="020B0503020204020204" pitchFamily="34" charset="-122"/>
            </a:endParaRPr>
          </a:p>
          <a:p>
            <a:pPr lvl="1"/>
            <a:r>
              <a:rPr lang="en-US" altLang="zh-CN" sz="1600" dirty="0">
                <a:latin typeface="微软雅黑" panose="020B0503020204020204" pitchFamily="34" charset="-122"/>
                <a:ea typeface="微软雅黑" panose="020B0503020204020204" pitchFamily="34" charset="-122"/>
              </a:rPr>
              <a:t>CL3</a:t>
            </a:r>
            <a:r>
              <a:rPr lang="zh-CN" altLang="en-US" sz="1600" dirty="0">
                <a:latin typeface="微软雅黑" panose="020B0503020204020204" pitchFamily="34" charset="-122"/>
                <a:ea typeface="微软雅黑" panose="020B0503020204020204" pitchFamily="34" charset="-122"/>
              </a:rPr>
              <a:t>级</a:t>
            </a:r>
            <a:r>
              <a:rPr lang="en-US" altLang="zh-CN" sz="1600" dirty="0">
                <a:latin typeface="微软雅黑" panose="020B0503020204020204" pitchFamily="34" charset="-122"/>
                <a:ea typeface="微软雅黑" panose="020B0503020204020204" pitchFamily="34" charset="-122"/>
              </a:rPr>
              <a:t>(PA3.1 PA3.2)</a:t>
            </a:r>
            <a:r>
              <a:rPr lang="zh-CN" altLang="en-US" sz="1600" dirty="0">
                <a:latin typeface="微软雅黑" panose="020B0503020204020204" pitchFamily="34" charset="-122"/>
                <a:ea typeface="微软雅黑" panose="020B0503020204020204" pitchFamily="34" charset="-122"/>
              </a:rPr>
              <a:t>过程</a:t>
            </a:r>
            <a:endParaRPr lang="en-US" altLang="zh-CN" sz="1600" dirty="0">
              <a:latin typeface="微软雅黑" panose="020B0503020204020204" pitchFamily="34" charset="-122"/>
              <a:ea typeface="微软雅黑" panose="020B0503020204020204" pitchFamily="34" charset="-122"/>
            </a:endParaRPr>
          </a:p>
          <a:p>
            <a:pPr marL="271463" lvl="1" indent="-271463">
              <a:buClr>
                <a:schemeClr val="accent4"/>
              </a:buClr>
              <a:buFont typeface="Meiryo UI" panose="020B0604030504040204" pitchFamily="50" charset="-128"/>
              <a:buChar char="◎"/>
            </a:pPr>
            <a:r>
              <a:rPr lang="en-US" altLang="zh-CN" sz="2000" b="1" dirty="0">
                <a:latin typeface="微软雅黑" panose="020B0503020204020204" pitchFamily="34" charset="-122"/>
                <a:ea typeface="微软雅黑" panose="020B0503020204020204" pitchFamily="34" charset="-122"/>
              </a:rPr>
              <a:t>ASPICE </a:t>
            </a:r>
            <a:r>
              <a:rPr lang="zh-CN" altLang="en-US" sz="2000" b="1" dirty="0">
                <a:latin typeface="微软雅黑" panose="020B0503020204020204" pitchFamily="34" charset="-122"/>
                <a:ea typeface="微软雅黑" panose="020B0503020204020204" pitchFamily="34" charset="-122"/>
              </a:rPr>
              <a:t>评估简介</a:t>
            </a:r>
            <a:endParaRPr lang="en-US" altLang="zh-CN" sz="2000" b="1" dirty="0">
              <a:latin typeface="微软雅黑" panose="020B0503020204020204" pitchFamily="34" charset="-122"/>
              <a:ea typeface="微软雅黑" panose="020B0503020204020204" pitchFamily="34" charset="-122"/>
            </a:endParaRPr>
          </a:p>
          <a:p>
            <a:pPr marL="271463" lvl="1" indent="-271463">
              <a:buClr>
                <a:schemeClr val="accent4"/>
              </a:buClr>
              <a:buFont typeface="Meiryo UI" panose="020B0604030504040204" pitchFamily="50" charset="-128"/>
              <a:buChar char="◎"/>
            </a:pPr>
            <a:r>
              <a:rPr lang="en-US" altLang="zh-CN" sz="2000" b="1" dirty="0">
                <a:latin typeface="微软雅黑" panose="020B0503020204020204" pitchFamily="34" charset="-122"/>
                <a:ea typeface="微软雅黑" panose="020B0503020204020204" pitchFamily="34" charset="-122"/>
              </a:rPr>
              <a:t>ASPICE</a:t>
            </a:r>
            <a:r>
              <a:rPr lang="zh-CN" altLang="en-US" sz="2000" b="1" dirty="0">
                <a:latin typeface="微软雅黑" panose="020B0503020204020204" pitchFamily="34" charset="-122"/>
                <a:ea typeface="微软雅黑" panose="020B0503020204020204" pitchFamily="34" charset="-122"/>
              </a:rPr>
              <a:t>与</a:t>
            </a:r>
            <a:r>
              <a:rPr lang="en-US" altLang="zh-CN" sz="2000" b="1" dirty="0">
                <a:latin typeface="微软雅黑" panose="020B0503020204020204" pitchFamily="34" charset="-122"/>
                <a:ea typeface="微软雅黑" panose="020B0503020204020204" pitchFamily="34" charset="-122"/>
              </a:rPr>
              <a:t>CMMI</a:t>
            </a:r>
            <a:r>
              <a:rPr lang="zh-CN" altLang="en-US" sz="2000" b="1" dirty="0">
                <a:latin typeface="微软雅黑" panose="020B0503020204020204" pitchFamily="34" charset="-122"/>
                <a:ea typeface="微软雅黑" panose="020B0503020204020204" pitchFamily="34" charset="-122"/>
              </a:rPr>
              <a:t>的区别及联系</a:t>
            </a:r>
            <a:endParaRPr lang="ja-JP" altLang="en-US" sz="2500" b="1"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3B0A7555-8D5F-3C31-D3BE-FCEB4884C331}"/>
              </a:ext>
            </a:extLst>
          </p:cNvPr>
          <p:cNvSpPr>
            <a:spLocks noGrp="1"/>
          </p:cNvSpPr>
          <p:nvPr>
            <p:ph type="ftr" sz="quarter" idx="3"/>
          </p:nvPr>
        </p:nvSpPr>
        <p:spPr/>
        <p:txBody>
          <a:bodyPr/>
          <a:lstStyle/>
          <a:p>
            <a:r>
              <a:rPr kumimoji="1" lang="en-US" altLang="ja-JP" dirty="0">
                <a:latin typeface="Meiryo UI" panose="020B0604030504040204" pitchFamily="50" charset="-128"/>
                <a:ea typeface="Meiryo UI" panose="020B0604030504040204" pitchFamily="50" charset="-128"/>
              </a:rPr>
              <a:t>© 2025 FNST</a:t>
            </a:r>
            <a:endParaRPr kumimoji="1" lang="ja-JP" altLang="en-US" dirty="0">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32F45FA0-1EFC-3CD5-44B8-694469943510}"/>
              </a:ext>
            </a:extLst>
          </p:cNvPr>
          <p:cNvSpPr>
            <a:spLocks noGrp="1"/>
          </p:cNvSpPr>
          <p:nvPr>
            <p:ph type="sldNum" sz="quarter" idx="4"/>
          </p:nvPr>
        </p:nvSpPr>
        <p:spPr/>
        <p:txBody>
          <a:bodyPr/>
          <a:lstStyle/>
          <a:p>
            <a:fld id="{4D029D89-7B63-4C94-AD4D-2E4D6BB83637}" type="slidenum">
              <a:rPr kumimoji="1" lang="ja-JP" altLang="en-US" smtClean="0"/>
              <a:pPr/>
              <a:t>2</a:t>
            </a:fld>
            <a:endParaRPr kumimoji="1" lang="ja-JP" altLang="en-US"/>
          </a:p>
        </p:txBody>
      </p:sp>
    </p:spTree>
    <p:extLst>
      <p:ext uri="{BB962C8B-B14F-4D97-AF65-F5344CB8AC3E}">
        <p14:creationId xmlns:p14="http://schemas.microsoft.com/office/powerpoint/2010/main" val="2153909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905AE-EE3D-DA20-718E-3E2A0ED55FB6}"/>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BC988E9C-BD66-A465-0EEA-89B79EFD8FE4}"/>
              </a:ext>
            </a:extLst>
          </p:cNvPr>
          <p:cNvSpPr>
            <a:spLocks noGrp="1"/>
          </p:cNvSpPr>
          <p:nvPr>
            <p:ph type="title"/>
          </p:nvPr>
        </p:nvSpPr>
        <p:spPr>
          <a:xfrm>
            <a:off x="97812" y="53702"/>
            <a:ext cx="7740000" cy="655200"/>
          </a:xfrm>
        </p:spPr>
        <p:txBody>
          <a:bodyPr/>
          <a:lstStyle/>
          <a:p>
            <a:r>
              <a:rPr lang="zh-CN" altLang="en-US" dirty="0">
                <a:latin typeface="微软雅黑" panose="020B0503020204020204" pitchFamily="34" charset="-122"/>
                <a:ea typeface="微软雅黑" panose="020B0503020204020204" pitchFamily="34" charset="-122"/>
              </a:rPr>
              <a:t>为什么要了解</a:t>
            </a:r>
            <a:r>
              <a:rPr lang="en-US" altLang="zh-CN" dirty="0">
                <a:latin typeface="微软雅黑" panose="020B0503020204020204" pitchFamily="34" charset="-122"/>
                <a:ea typeface="微软雅黑" panose="020B0503020204020204" pitchFamily="34" charset="-122"/>
              </a:rPr>
              <a:t>ASPICE</a:t>
            </a:r>
            <a:endParaRPr lang="zh-CN" altLang="en-US" dirty="0">
              <a:latin typeface="微软雅黑" panose="020B0503020204020204" pitchFamily="34" charset="-122"/>
              <a:ea typeface="微软雅黑" panose="020B0503020204020204" pitchFamily="34" charset="-122"/>
            </a:endParaRPr>
          </a:p>
        </p:txBody>
      </p:sp>
      <p:sp>
        <p:nvSpPr>
          <p:cNvPr id="6" name="内容占位符 5">
            <a:extLst>
              <a:ext uri="{FF2B5EF4-FFF2-40B4-BE49-F238E27FC236}">
                <a16:creationId xmlns:a16="http://schemas.microsoft.com/office/drawing/2014/main" id="{CFD91594-D8E3-72AE-2C7B-6C2207AF9635}"/>
              </a:ext>
            </a:extLst>
          </p:cNvPr>
          <p:cNvSpPr>
            <a:spLocks noGrp="1"/>
          </p:cNvSpPr>
          <p:nvPr>
            <p:ph idx="1"/>
          </p:nvPr>
        </p:nvSpPr>
        <p:spPr>
          <a:xfrm>
            <a:off x="97812" y="837435"/>
            <a:ext cx="8679600" cy="4219937"/>
          </a:xfrm>
        </p:spPr>
        <p:txBody>
          <a:bodyPr/>
          <a:lstStyle/>
          <a:p>
            <a:r>
              <a:rPr lang="zh-CN" altLang="en-US" sz="1600" b="1" dirty="0">
                <a:latin typeface="Microsoft YaHei" panose="020B0503020204020204" pitchFamily="34" charset="-122"/>
                <a:ea typeface="Microsoft YaHei" panose="020B0503020204020204" pitchFamily="34" charset="-122"/>
              </a:rPr>
              <a:t>市场需求</a:t>
            </a:r>
            <a:endParaRPr lang="en-US" altLang="zh-CN" sz="1600" b="1" dirty="0">
              <a:latin typeface="Microsoft YaHei" panose="020B0503020204020204" pitchFamily="34" charset="-122"/>
              <a:ea typeface="Microsoft YaHei" panose="020B0503020204020204" pitchFamily="34" charset="-122"/>
            </a:endParaRPr>
          </a:p>
          <a:p>
            <a:pPr lvl="1"/>
            <a:r>
              <a:rPr lang="en-US" altLang="zh-CN" sz="1200" dirty="0">
                <a:latin typeface="Microsoft YaHei" panose="020B0503020204020204" pitchFamily="34" charset="-122"/>
                <a:ea typeface="Microsoft YaHei" panose="020B0503020204020204" pitchFamily="34" charset="-122"/>
              </a:rPr>
              <a:t>ASPICE</a:t>
            </a:r>
            <a:r>
              <a:rPr lang="zh-CN" altLang="en-US" sz="1200" dirty="0">
                <a:latin typeface="Microsoft YaHei" panose="020B0503020204020204" pitchFamily="34" charset="-122"/>
                <a:ea typeface="Microsoft YaHei" panose="020B0503020204020204" pitchFamily="34" charset="-122"/>
              </a:rPr>
              <a:t>是针对汽车电子软件的一套过程评估模型，</a:t>
            </a:r>
            <a:endParaRPr lang="en-US" altLang="zh-CN" sz="1200" dirty="0">
              <a:latin typeface="Microsoft YaHei" panose="020B0503020204020204" pitchFamily="34" charset="-122"/>
              <a:ea typeface="Microsoft YaHei" panose="020B0503020204020204" pitchFamily="34" charset="-122"/>
            </a:endParaRPr>
          </a:p>
          <a:p>
            <a:pPr marL="271462" lvl="1" indent="0">
              <a:buNone/>
            </a:pPr>
            <a:r>
              <a:rPr lang="zh-CN" altLang="en-US" sz="1200" dirty="0">
                <a:latin typeface="Microsoft YaHei" panose="020B0503020204020204" pitchFamily="34" charset="-122"/>
                <a:ea typeface="Microsoft YaHei" panose="020B0503020204020204" pitchFamily="34" charset="-122"/>
              </a:rPr>
              <a:t>旨在提升汽车软件质量和开发过程成熟度‌。</a:t>
            </a:r>
            <a:endParaRPr lang="en-US" altLang="zh-CN" sz="1200" dirty="0">
              <a:latin typeface="Microsoft YaHei" panose="020B0503020204020204" pitchFamily="34" charset="-122"/>
              <a:ea typeface="Microsoft YaHei" panose="020B0503020204020204" pitchFamily="34" charset="-122"/>
            </a:endParaRPr>
          </a:p>
          <a:p>
            <a:pPr marL="271462" lvl="1" indent="0">
              <a:buNone/>
            </a:pPr>
            <a:r>
              <a:rPr lang="zh-CN" altLang="en-US" sz="1200" dirty="0">
                <a:latin typeface="Microsoft YaHei" panose="020B0503020204020204" pitchFamily="34" charset="-122"/>
                <a:ea typeface="Microsoft YaHei" panose="020B0503020204020204" pitchFamily="34" charset="-122"/>
              </a:rPr>
              <a:t>主流车企将达到</a:t>
            </a:r>
            <a:r>
              <a:rPr lang="en-US" altLang="zh-CN" sz="1200" dirty="0">
                <a:latin typeface="Microsoft YaHei" panose="020B0503020204020204" pitchFamily="34" charset="-122"/>
                <a:ea typeface="Microsoft YaHei" panose="020B0503020204020204" pitchFamily="34" charset="-122"/>
              </a:rPr>
              <a:t>ASPICE </a:t>
            </a:r>
            <a:r>
              <a:rPr lang="zh-CN" altLang="en-US" sz="1200" dirty="0">
                <a:latin typeface="Microsoft YaHei" panose="020B0503020204020204" pitchFamily="34" charset="-122"/>
                <a:ea typeface="Microsoft YaHei" panose="020B0503020204020204" pitchFamily="34" charset="-122"/>
              </a:rPr>
              <a:t>特定级别作为供应商的准入门槛。</a:t>
            </a:r>
            <a:endParaRPr lang="en-US" altLang="zh-CN" sz="1200" dirty="0">
              <a:latin typeface="Microsoft YaHei" panose="020B0503020204020204" pitchFamily="34" charset="-122"/>
              <a:ea typeface="Microsoft YaHei" panose="020B0503020204020204" pitchFamily="34" charset="-122"/>
            </a:endParaRPr>
          </a:p>
          <a:p>
            <a:pPr marL="271462" lvl="1" indent="0">
              <a:buNone/>
            </a:pPr>
            <a:endParaRPr lang="en-US" altLang="zh-CN" sz="1200" dirty="0">
              <a:latin typeface="Microsoft YaHei" panose="020B0503020204020204" pitchFamily="34" charset="-122"/>
              <a:ea typeface="Microsoft YaHei" panose="020B0503020204020204" pitchFamily="34" charset="-122"/>
            </a:endParaRPr>
          </a:p>
          <a:p>
            <a:pPr marL="271463" lvl="1" indent="-271463">
              <a:buClr>
                <a:schemeClr val="accent4"/>
              </a:buClr>
              <a:buFont typeface="Meiryo UI" panose="020B0604030504040204" pitchFamily="50" charset="-128"/>
              <a:buChar char="◎"/>
            </a:pPr>
            <a:r>
              <a:rPr lang="zh-CN" altLang="en-US" sz="1600" b="1" dirty="0">
                <a:latin typeface="Microsoft YaHei" panose="020B0503020204020204" pitchFamily="34" charset="-122"/>
                <a:ea typeface="Microsoft YaHei" panose="020B0503020204020204" pitchFamily="34" charset="-122"/>
              </a:rPr>
              <a:t>公司业务要求</a:t>
            </a:r>
            <a:endParaRPr lang="en-US" altLang="zh-CN" sz="1600" b="1" dirty="0">
              <a:latin typeface="Microsoft YaHei" panose="020B0503020204020204" pitchFamily="34" charset="-122"/>
              <a:ea typeface="Microsoft YaHei" panose="020B0503020204020204" pitchFamily="34" charset="-122"/>
            </a:endParaRPr>
          </a:p>
          <a:p>
            <a:pPr lvl="1"/>
            <a:r>
              <a:rPr lang="en-US" altLang="zh-CN" sz="1200" dirty="0">
                <a:latin typeface="Microsoft YaHei" panose="020B0503020204020204" pitchFamily="34" charset="-122"/>
                <a:ea typeface="Microsoft YaHei" panose="020B0503020204020204" pitchFamily="34" charset="-122"/>
              </a:rPr>
              <a:t>FNST</a:t>
            </a:r>
            <a:r>
              <a:rPr lang="zh-CN" altLang="en-US" sz="1200" dirty="0">
                <a:latin typeface="Microsoft YaHei" panose="020B0503020204020204" pitchFamily="34" charset="-122"/>
                <a:ea typeface="Microsoft YaHei" panose="020B0503020204020204" pitchFamily="34" charset="-122"/>
              </a:rPr>
              <a:t>汽车电控</a:t>
            </a:r>
            <a:r>
              <a:rPr lang="en-US" altLang="zh-CN" sz="1200" dirty="0">
                <a:latin typeface="Microsoft YaHei" panose="020B0503020204020204" pitchFamily="34" charset="-122"/>
                <a:ea typeface="Microsoft YaHei" panose="020B0503020204020204" pitchFamily="34" charset="-122"/>
              </a:rPr>
              <a:t>ECU</a:t>
            </a:r>
            <a:r>
              <a:rPr lang="zh-CN" altLang="en-US" sz="1200" dirty="0">
                <a:latin typeface="Microsoft YaHei" panose="020B0503020204020204" pitchFamily="34" charset="-122"/>
                <a:ea typeface="Microsoft YaHei" panose="020B0503020204020204" pitchFamily="34" charset="-122"/>
              </a:rPr>
              <a:t>开发服务明确要求业务符合</a:t>
            </a:r>
            <a:endParaRPr lang="en-US" altLang="zh-CN" sz="1200" dirty="0">
              <a:latin typeface="Microsoft YaHei" panose="020B0503020204020204" pitchFamily="34" charset="-122"/>
              <a:ea typeface="Microsoft YaHei" panose="020B0503020204020204" pitchFamily="34" charset="-122"/>
            </a:endParaRPr>
          </a:p>
          <a:p>
            <a:pPr marL="271462" lvl="1" indent="0">
              <a:buNone/>
            </a:pPr>
            <a:r>
              <a:rPr lang="en-US" altLang="zh-CN" sz="1200" dirty="0">
                <a:latin typeface="Microsoft YaHei" panose="020B0503020204020204" pitchFamily="34" charset="-122"/>
                <a:ea typeface="Microsoft YaHei" panose="020B0503020204020204" pitchFamily="34" charset="-122"/>
              </a:rPr>
              <a:t>      ASPICE</a:t>
            </a:r>
            <a:r>
              <a:rPr lang="zh-CN" altLang="en-US" sz="1200" dirty="0">
                <a:latin typeface="Microsoft YaHei" panose="020B0503020204020204" pitchFamily="34" charset="-122"/>
                <a:ea typeface="Microsoft YaHei" panose="020B0503020204020204" pitchFamily="34" charset="-122"/>
              </a:rPr>
              <a:t>开发过程。</a:t>
            </a:r>
            <a:endParaRPr lang="en-US" altLang="zh-CN" sz="1200"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129E15B6-D5EC-5869-05A6-8D0339EB0079}"/>
              </a:ext>
            </a:extLst>
          </p:cNvPr>
          <p:cNvSpPr>
            <a:spLocks noGrp="1"/>
          </p:cNvSpPr>
          <p:nvPr>
            <p:ph type="ftr" sz="quarter" idx="3"/>
          </p:nvPr>
        </p:nvSpPr>
        <p:spPr/>
        <p:txBody>
          <a:bodyPr/>
          <a:lstStyle/>
          <a:p>
            <a:r>
              <a:rPr kumimoji="1" lang="en-US" altLang="ja-JP" dirty="0">
                <a:latin typeface="Meiryo UI" panose="020B0604030504040204" pitchFamily="50" charset="-128"/>
                <a:ea typeface="Meiryo UI" panose="020B0604030504040204" pitchFamily="50" charset="-128"/>
              </a:rPr>
              <a:t>© 2025 FNST</a:t>
            </a:r>
            <a:endParaRPr kumimoji="1" lang="ja-JP" altLang="en-US" dirty="0">
              <a:latin typeface="Meiryo UI" panose="020B0604030504040204" pitchFamily="50" charset="-128"/>
              <a:ea typeface="Meiryo UI" panose="020B0604030504040204" pitchFamily="50" charset="-128"/>
            </a:endParaRPr>
          </a:p>
        </p:txBody>
      </p:sp>
      <p:sp>
        <p:nvSpPr>
          <p:cNvPr id="2" name="スライド番号プレースホルダー 1">
            <a:extLst>
              <a:ext uri="{FF2B5EF4-FFF2-40B4-BE49-F238E27FC236}">
                <a16:creationId xmlns:a16="http://schemas.microsoft.com/office/drawing/2014/main" id="{6D1B74F8-81B6-7505-6756-E94C226CFB51}"/>
              </a:ext>
            </a:extLst>
          </p:cNvPr>
          <p:cNvSpPr>
            <a:spLocks noGrp="1"/>
          </p:cNvSpPr>
          <p:nvPr>
            <p:ph type="sldNum" sz="quarter" idx="4"/>
          </p:nvPr>
        </p:nvSpPr>
        <p:spPr/>
        <p:txBody>
          <a:bodyPr/>
          <a:lstStyle/>
          <a:p>
            <a:fld id="{4D029D89-7B63-4C94-AD4D-2E4D6BB83637}" type="slidenum">
              <a:rPr kumimoji="1" lang="ja-JP" altLang="en-US" smtClean="0"/>
              <a:pPr/>
              <a:t>3</a:t>
            </a:fld>
            <a:endParaRPr kumimoji="1" lang="ja-JP" altLang="en-US"/>
          </a:p>
        </p:txBody>
      </p:sp>
      <p:pic>
        <p:nvPicPr>
          <p:cNvPr id="3" name="図 2" descr="テキスト&#10;&#10;AI によって生成されたコンテンツは間違っている可能性があります。">
            <a:extLst>
              <a:ext uri="{FF2B5EF4-FFF2-40B4-BE49-F238E27FC236}">
                <a16:creationId xmlns:a16="http://schemas.microsoft.com/office/drawing/2014/main" id="{2A07AE11-F33D-779F-29B2-B889724D5A9A}"/>
              </a:ext>
            </a:extLst>
          </p:cNvPr>
          <p:cNvPicPr>
            <a:picLocks noChangeAspect="1"/>
          </p:cNvPicPr>
          <p:nvPr/>
        </p:nvPicPr>
        <p:blipFill>
          <a:blip r:embed="rId3"/>
          <a:stretch>
            <a:fillRect/>
          </a:stretch>
        </p:blipFill>
        <p:spPr>
          <a:xfrm>
            <a:off x="5054425" y="3218816"/>
            <a:ext cx="2607616" cy="1622556"/>
          </a:xfrm>
          <a:prstGeom prst="rect">
            <a:avLst/>
          </a:prstGeom>
        </p:spPr>
      </p:pic>
      <p:sp>
        <p:nvSpPr>
          <p:cNvPr id="7" name="正方形/長方形 6">
            <a:extLst>
              <a:ext uri="{FF2B5EF4-FFF2-40B4-BE49-F238E27FC236}">
                <a16:creationId xmlns:a16="http://schemas.microsoft.com/office/drawing/2014/main" id="{91C2D40D-8FF7-14E0-EE1C-F3BAFB5CE530}"/>
              </a:ext>
            </a:extLst>
          </p:cNvPr>
          <p:cNvSpPr/>
          <p:nvPr/>
        </p:nvSpPr>
        <p:spPr>
          <a:xfrm>
            <a:off x="5094891" y="4857604"/>
            <a:ext cx="2567150"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r>
              <a:rPr lang="zh-CN" altLang="en-US"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来源：</a:t>
            </a:r>
            <a:r>
              <a:rPr lang="en-US" altLang="zh-CN"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FNST</a:t>
            </a:r>
            <a:r>
              <a:rPr lang="zh-CN" altLang="en-US"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官网</a:t>
            </a:r>
            <a:r>
              <a:rPr lang="en-US" altLang="zh-CN"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a:t>
            </a:r>
            <a:r>
              <a:rPr lang="zh-CN" altLang="en-US"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汽车电控</a:t>
            </a:r>
            <a:r>
              <a:rPr lang="en-US" altLang="zh-CN"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ECU</a:t>
            </a:r>
            <a:r>
              <a:rPr lang="zh-CN" altLang="en-US" sz="800" dirty="0">
                <a:solidFill>
                  <a:schemeClr val="tx1"/>
                </a:solidFill>
                <a:latin typeface="微软雅黑" panose="020B0503020204020204" pitchFamily="34" charset="-122"/>
                <a:ea typeface="微软雅黑" panose="020B0503020204020204" pitchFamily="34" charset="-122"/>
                <a:hlinkClick r:id="rId4">
                  <a:extLst>
                    <a:ext uri="{A12FA001-AC4F-418D-AE19-62706E023703}">
                      <ahyp:hlinkClr xmlns:ahyp="http://schemas.microsoft.com/office/drawing/2018/hyperlinkcolor" val="tx"/>
                    </a:ext>
                  </a:extLst>
                </a:hlinkClick>
              </a:rPr>
              <a:t>开发服务</a:t>
            </a:r>
            <a:endParaRPr lang="zh-CN" altLang="en-US" sz="800" dirty="0">
              <a:solidFill>
                <a:schemeClr val="tx1"/>
              </a:solidFill>
              <a:latin typeface="微软雅黑" panose="020B0503020204020204" pitchFamily="34" charset="-122"/>
              <a:ea typeface="微软雅黑" panose="020B0503020204020204" pitchFamily="34" charset="-122"/>
            </a:endParaRPr>
          </a:p>
        </p:txBody>
      </p:sp>
      <p:sp>
        <p:nvSpPr>
          <p:cNvPr id="8" name="テキスト ボックス 7">
            <a:extLst>
              <a:ext uri="{FF2B5EF4-FFF2-40B4-BE49-F238E27FC236}">
                <a16:creationId xmlns:a16="http://schemas.microsoft.com/office/drawing/2014/main" id="{16A6AF67-DB8B-5044-D82A-5638C4CAB7D9}"/>
              </a:ext>
            </a:extLst>
          </p:cNvPr>
          <p:cNvSpPr txBox="1"/>
          <p:nvPr/>
        </p:nvSpPr>
        <p:spPr>
          <a:xfrm>
            <a:off x="364602" y="3395672"/>
            <a:ext cx="4015059" cy="414298"/>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2000" dirty="0">
                <a:solidFill>
                  <a:schemeClr val="bg1"/>
                </a:solidFill>
                <a:latin typeface="Microsoft YaHei" panose="020B0503020204020204" pitchFamily="34" charset="-122"/>
                <a:ea typeface="Microsoft YaHei" panose="020B0503020204020204" pitchFamily="34" charset="-122"/>
              </a:rPr>
              <a:t>了解</a:t>
            </a:r>
            <a:r>
              <a:rPr lang="en-US" altLang="zh-CN" sz="2000" dirty="0">
                <a:solidFill>
                  <a:schemeClr val="bg1"/>
                </a:solidFill>
                <a:latin typeface="Microsoft YaHei" panose="020B0503020204020204" pitchFamily="34" charset="-122"/>
                <a:ea typeface="Microsoft YaHei" panose="020B0503020204020204" pitchFamily="34" charset="-122"/>
              </a:rPr>
              <a:t>ASPICE</a:t>
            </a:r>
            <a:r>
              <a:rPr lang="zh-CN" altLang="en-US" sz="2000" dirty="0">
                <a:solidFill>
                  <a:schemeClr val="bg1"/>
                </a:solidFill>
                <a:latin typeface="Microsoft YaHei" panose="020B0503020204020204" pitchFamily="34" charset="-122"/>
                <a:ea typeface="Microsoft YaHei" panose="020B0503020204020204" pitchFamily="34" charset="-122"/>
              </a:rPr>
              <a:t>，在作业过程中活用。</a:t>
            </a:r>
            <a:endParaRPr lang="en-US" altLang="zh-CN" sz="2000" b="1" dirty="0">
              <a:solidFill>
                <a:schemeClr val="bg1"/>
              </a:solidFill>
              <a:latin typeface="Microsoft YaHei" panose="020B0503020204020204" pitchFamily="34" charset="-122"/>
              <a:ea typeface="Microsoft YaHei" panose="020B0503020204020204" pitchFamily="34" charset="-122"/>
            </a:endParaRPr>
          </a:p>
        </p:txBody>
      </p:sp>
      <p:sp>
        <p:nvSpPr>
          <p:cNvPr id="9" name="正方形/長方形 8">
            <a:extLst>
              <a:ext uri="{FF2B5EF4-FFF2-40B4-BE49-F238E27FC236}">
                <a16:creationId xmlns:a16="http://schemas.microsoft.com/office/drawing/2014/main" id="{A53B2C87-9DE6-C601-1207-B80FE8FD6EB4}"/>
              </a:ext>
            </a:extLst>
          </p:cNvPr>
          <p:cNvSpPr/>
          <p:nvPr/>
        </p:nvSpPr>
        <p:spPr>
          <a:xfrm>
            <a:off x="5126946" y="3360310"/>
            <a:ext cx="731518" cy="7072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pic>
        <p:nvPicPr>
          <p:cNvPr id="11" name="図 10" descr="グラフィカル ユーザー インターフェイス, グラフ, アプリケーション&#10;&#10;AI 生成コンテンツは誤りを含む可能性があります。">
            <a:extLst>
              <a:ext uri="{FF2B5EF4-FFF2-40B4-BE49-F238E27FC236}">
                <a16:creationId xmlns:a16="http://schemas.microsoft.com/office/drawing/2014/main" id="{990BDD43-B628-33B1-55A9-A24AA91B213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42000" y="837435"/>
            <a:ext cx="4112909" cy="2141970"/>
          </a:xfrm>
          <a:prstGeom prst="rect">
            <a:avLst/>
          </a:prstGeom>
        </p:spPr>
      </p:pic>
    </p:spTree>
    <p:extLst>
      <p:ext uri="{BB962C8B-B14F-4D97-AF65-F5344CB8AC3E}">
        <p14:creationId xmlns:p14="http://schemas.microsoft.com/office/powerpoint/2010/main" val="114878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E4EABB6-DD9E-52FF-5BF7-1657B635B942}"/>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p>
        </p:txBody>
      </p:sp>
      <p:sp>
        <p:nvSpPr>
          <p:cNvPr id="4" name="页脚占位符 3">
            <a:extLst>
              <a:ext uri="{FF2B5EF4-FFF2-40B4-BE49-F238E27FC236}">
                <a16:creationId xmlns:a16="http://schemas.microsoft.com/office/drawing/2014/main" id="{28AA3299-8295-3F56-4B3E-6C75B834B684}"/>
              </a:ext>
            </a:extLst>
          </p:cNvPr>
          <p:cNvSpPr>
            <a:spLocks noGrp="1"/>
          </p:cNvSpPr>
          <p:nvPr>
            <p:ph type="ftr" sz="quarter" idx="11"/>
          </p:nvPr>
        </p:nvSpPr>
        <p:spPr/>
        <p:txBody>
          <a:bodyPr/>
          <a:lstStyle/>
          <a:p>
            <a:r>
              <a:rPr lang="en-US" altLang="ja-JP" dirty="0">
                <a:ea typeface="Tahoma" panose="020B0604030504040204" pitchFamily="34" charset="0"/>
              </a:rPr>
              <a:t>© 2025 FNST</a:t>
            </a:r>
            <a:endParaRPr lang="de-DE" altLang="ja-JP" dirty="0">
              <a:ea typeface="Tahoma" panose="020B0604030504040204" pitchFamily="34" charset="0"/>
            </a:endParaRPr>
          </a:p>
        </p:txBody>
      </p:sp>
      <p:sp>
        <p:nvSpPr>
          <p:cNvPr id="5" name="灯片编号占位符 4">
            <a:extLst>
              <a:ext uri="{FF2B5EF4-FFF2-40B4-BE49-F238E27FC236}">
                <a16:creationId xmlns:a16="http://schemas.microsoft.com/office/drawing/2014/main" id="{C17AC1AC-B280-0623-3DF5-E85DA4A0C736}"/>
              </a:ext>
            </a:extLst>
          </p:cNvPr>
          <p:cNvSpPr>
            <a:spLocks noGrp="1"/>
          </p:cNvSpPr>
          <p:nvPr>
            <p:ph type="sldNum" sz="quarter" idx="12"/>
          </p:nvPr>
        </p:nvSpPr>
        <p:spPr/>
        <p:txBody>
          <a:bodyPr/>
          <a:lstStyle/>
          <a:p>
            <a:fld id="{4D029D89-7B63-4C94-AD4D-2E4D6BB83637}" type="slidenum">
              <a:rPr kumimoji="1" lang="ja-JP" altLang="en-US" smtClean="0"/>
              <a:pPr/>
              <a:t>4</a:t>
            </a:fld>
            <a:endParaRPr kumimoji="1" lang="ja-JP" altLang="en-US"/>
          </a:p>
        </p:txBody>
      </p:sp>
      <p:sp>
        <p:nvSpPr>
          <p:cNvPr id="8" name="副标题 6">
            <a:extLst>
              <a:ext uri="{FF2B5EF4-FFF2-40B4-BE49-F238E27FC236}">
                <a16:creationId xmlns:a16="http://schemas.microsoft.com/office/drawing/2014/main" id="{550E416E-6BA3-4472-91FA-848F5943F959}"/>
              </a:ext>
            </a:extLst>
          </p:cNvPr>
          <p:cNvSpPr>
            <a:spLocks noGrp="1"/>
          </p:cNvSpPr>
          <p:nvPr>
            <p:ph type="subTitle" idx="1"/>
          </p:nvPr>
        </p:nvSpPr>
        <p:spPr>
          <a:xfrm>
            <a:off x="234000" y="2710800"/>
            <a:ext cx="8280000" cy="1447200"/>
          </a:xfrm>
        </p:spPr>
        <p:txBody>
          <a:bodyPr vert="horz" lIns="0" tIns="0" rIns="0" bIns="0" rtlCol="0">
            <a:noAutofit/>
          </a:bodyPr>
          <a:lstStyle/>
          <a:p>
            <a:pPr marL="685800" lvl="1" indent="-342900" algn="l">
              <a:buClr>
                <a:schemeClr val="bg1"/>
              </a:buClr>
              <a:buChar char="l"/>
            </a:pPr>
            <a:r>
              <a:rPr lang="en-US" altLang="zh-CN" sz="2000" dirty="0">
                <a:solidFill>
                  <a:schemeClr val="bg1"/>
                </a:solidFill>
                <a:latin typeface="微软雅黑" panose="020B0503020204020204" pitchFamily="34" charset="-122"/>
                <a:ea typeface="微软雅黑" panose="020B0503020204020204" pitchFamily="34" charset="-122"/>
              </a:rPr>
              <a:t>ASPICE</a:t>
            </a:r>
            <a:r>
              <a:rPr lang="zh-CN" altLang="en-US" sz="2000" dirty="0">
                <a:solidFill>
                  <a:schemeClr val="bg1"/>
                </a:solidFill>
                <a:latin typeface="微软雅黑" panose="020B0503020204020204" pitchFamily="34" charset="-122"/>
                <a:ea typeface="微软雅黑" panose="020B0503020204020204" pitchFamily="34" charset="-122"/>
              </a:rPr>
              <a:t>概念及发展历史</a:t>
            </a:r>
            <a:endParaRPr lang="en-US" altLang="zh-CN" sz="2000" dirty="0">
              <a:solidFill>
                <a:schemeClr val="bg1"/>
              </a:solidFill>
              <a:latin typeface="微软雅黑" panose="020B0503020204020204" pitchFamily="34" charset="-122"/>
              <a:ea typeface="微软雅黑" panose="020B0503020204020204" pitchFamily="34" charset="-122"/>
            </a:endParaRPr>
          </a:p>
          <a:p>
            <a:pPr marL="685800" lvl="1" indent="-342900" algn="l">
              <a:buClr>
                <a:schemeClr val="bg1"/>
              </a:buClr>
              <a:buChar char="l"/>
            </a:pPr>
            <a:r>
              <a:rPr lang="en-US" altLang="zh-CN" sz="2000" dirty="0">
                <a:solidFill>
                  <a:schemeClr val="bg1"/>
                </a:solidFill>
                <a:latin typeface="微软雅黑" panose="020B0503020204020204" pitchFamily="34" charset="-122"/>
                <a:ea typeface="微软雅黑" panose="020B0503020204020204" pitchFamily="34" charset="-122"/>
              </a:rPr>
              <a:t>ASPICE</a:t>
            </a:r>
            <a:r>
              <a:rPr lang="zh-CN" altLang="en-US" sz="2000" dirty="0">
                <a:solidFill>
                  <a:schemeClr val="bg1"/>
                </a:solidFill>
                <a:latin typeface="微软雅黑" panose="020B0503020204020204" pitchFamily="34" charset="-122"/>
                <a:ea typeface="微软雅黑" panose="020B0503020204020204" pitchFamily="34" charset="-122"/>
              </a:rPr>
              <a:t>模型及能力等级</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2313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58374-8983-9DD1-7A68-12B33CB57B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907E24C-C119-A2FC-5989-BABBB151B849}"/>
              </a:ext>
            </a:extLst>
          </p:cNvPr>
          <p:cNvSpPr>
            <a:spLocks noGrp="1"/>
          </p:cNvSpPr>
          <p:nvPr>
            <p:ph type="title"/>
          </p:nvPr>
        </p:nvSpPr>
        <p:spPr>
          <a:xfrm>
            <a:off x="63655" y="18757"/>
            <a:ext cx="7740000" cy="655200"/>
          </a:xfrm>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sz="2000"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AB87235E-89DA-9EA7-58D0-2DCF598DB854}"/>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2D9C94AB-48F1-5CB4-A973-2C2D6C456EA1}"/>
              </a:ext>
            </a:extLst>
          </p:cNvPr>
          <p:cNvSpPr>
            <a:spLocks noGrp="1"/>
          </p:cNvSpPr>
          <p:nvPr>
            <p:ph type="sldNum" sz="quarter" idx="4"/>
          </p:nvPr>
        </p:nvSpPr>
        <p:spPr/>
        <p:txBody>
          <a:bodyPr/>
          <a:lstStyle/>
          <a:p>
            <a:fld id="{4D029D89-7B63-4C94-AD4D-2E4D6BB83637}" type="slidenum">
              <a:rPr kumimoji="1" lang="ja-JP" altLang="en-US" smtClean="0"/>
              <a:pPr/>
              <a:t>5</a:t>
            </a:fld>
            <a:endParaRPr kumimoji="1" lang="ja-JP" altLang="en-US"/>
          </a:p>
        </p:txBody>
      </p:sp>
      <p:sp>
        <p:nvSpPr>
          <p:cNvPr id="11" name="コンテンツ プレースホルダー 10">
            <a:extLst>
              <a:ext uri="{FF2B5EF4-FFF2-40B4-BE49-F238E27FC236}">
                <a16:creationId xmlns:a16="http://schemas.microsoft.com/office/drawing/2014/main" id="{C4CD7C6C-E900-599F-EB19-AF85F0212AC1}"/>
              </a:ext>
            </a:extLst>
          </p:cNvPr>
          <p:cNvSpPr>
            <a:spLocks noGrp="1"/>
          </p:cNvSpPr>
          <p:nvPr>
            <p:ph idx="1"/>
          </p:nvPr>
        </p:nvSpPr>
        <p:spPr>
          <a:xfrm>
            <a:off x="230400" y="750438"/>
            <a:ext cx="8679600" cy="4198933"/>
          </a:xfrm>
        </p:spPr>
        <p:txBody>
          <a:bodyPr/>
          <a:lstStyle/>
          <a:p>
            <a:r>
              <a:rPr lang="en-US" altLang="zh-CN" dirty="0">
                <a:solidFill>
                  <a:srgbClr val="2400B0"/>
                </a:solidFill>
              </a:rPr>
              <a:t>SPICE</a:t>
            </a:r>
          </a:p>
          <a:p>
            <a:pPr marL="0" indent="0">
              <a:buNone/>
            </a:pPr>
            <a:endParaRPr lang="en-US" altLang="ja-JP" dirty="0"/>
          </a:p>
          <a:p>
            <a:endParaRPr lang="en-US" altLang="ja-JP" dirty="0"/>
          </a:p>
          <a:p>
            <a:endParaRPr lang="en-US" altLang="ja-JP" dirty="0"/>
          </a:p>
          <a:p>
            <a:pPr marL="271462" lvl="1" indent="0">
              <a:lnSpc>
                <a:spcPct val="150000"/>
              </a:lnSpc>
              <a:spcBef>
                <a:spcPts val="0"/>
              </a:spcBef>
              <a:buNone/>
            </a:pPr>
            <a:endParaRPr lang="ja-JP" altLang="en-US" sz="1400" b="1" dirty="0">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ja-JP" sz="1200" b="1" dirty="0">
                <a:latin typeface="Microsoft YaHei" panose="020B0503020204020204" pitchFamily="34" charset="-122"/>
                <a:ea typeface="Microsoft YaHei" panose="020B0503020204020204" pitchFamily="34" charset="-122"/>
              </a:rPr>
              <a:t>SPICE is an international standard (ISO 330xx) for performing assessments of your business processes or to evaluate your supplier’s processes .</a:t>
            </a:r>
          </a:p>
          <a:p>
            <a:pPr lvl="1">
              <a:lnSpc>
                <a:spcPct val="150000"/>
              </a:lnSpc>
              <a:spcBef>
                <a:spcPts val="0"/>
              </a:spcBef>
            </a:pPr>
            <a:r>
              <a:rPr lang="en-US" altLang="ja-JP" sz="1200" b="1" dirty="0">
                <a:latin typeface="Microsoft YaHei" panose="020B0503020204020204" pitchFamily="34" charset="-122"/>
                <a:ea typeface="Microsoft YaHei" panose="020B0503020204020204" pitchFamily="34" charset="-122"/>
              </a:rPr>
              <a:t>It was originally used for benchmarking in software development, now used in complete system development and even other domains .</a:t>
            </a:r>
          </a:p>
          <a:p>
            <a:pPr lvl="1">
              <a:lnSpc>
                <a:spcPct val="150000"/>
              </a:lnSpc>
              <a:spcBef>
                <a:spcPts val="0"/>
              </a:spcBef>
            </a:pPr>
            <a:r>
              <a:rPr lang="en-US" altLang="ja-JP" sz="1200" b="1" dirty="0">
                <a:latin typeface="Microsoft YaHei" panose="020B0503020204020204" pitchFamily="34" charset="-122"/>
                <a:ea typeface="Microsoft YaHei" panose="020B0503020204020204" pitchFamily="34" charset="-122"/>
              </a:rPr>
              <a:t>It is the basis for development standards such as Automotive SPICE</a:t>
            </a:r>
            <a:r>
              <a:rPr lang="zh-CN" altLang="en-US" sz="1200" b="1" dirty="0">
                <a:latin typeface="Microsoft YaHei" panose="020B0503020204020204" pitchFamily="34" charset="-122"/>
                <a:ea typeface="Microsoft YaHei" panose="020B0503020204020204" pitchFamily="34" charset="-122"/>
              </a:rPr>
              <a:t>、</a:t>
            </a:r>
            <a:r>
              <a:rPr lang="en-US" altLang="zh-CN" sz="1200" b="1" dirty="0">
                <a:latin typeface="Microsoft YaHei" panose="020B0503020204020204" pitchFamily="34" charset="-122"/>
                <a:ea typeface="Microsoft YaHei" panose="020B0503020204020204" pitchFamily="34" charset="-122"/>
              </a:rPr>
              <a:t>Mechanical </a:t>
            </a:r>
            <a:r>
              <a:rPr lang="en-US" altLang="ja-JP" sz="1200" b="1" dirty="0">
                <a:latin typeface="Microsoft YaHei" panose="020B0503020204020204" pitchFamily="34" charset="-122"/>
                <a:ea typeface="Microsoft YaHei" panose="020B0503020204020204" pitchFamily="34" charset="-122"/>
              </a:rPr>
              <a:t>SPICE</a:t>
            </a:r>
            <a:r>
              <a:rPr lang="zh-CN" altLang="en-US" sz="1200" b="1" dirty="0">
                <a:latin typeface="Microsoft YaHei" panose="020B0503020204020204" pitchFamily="34" charset="-122"/>
                <a:ea typeface="Microsoft YaHei" panose="020B0503020204020204" pitchFamily="34" charset="-122"/>
              </a:rPr>
              <a:t>、</a:t>
            </a:r>
            <a:r>
              <a:rPr lang="en-US" altLang="zh-CN" sz="1200" b="1" dirty="0">
                <a:latin typeface="Microsoft YaHei" panose="020B0503020204020204" pitchFamily="34" charset="-122"/>
                <a:ea typeface="Microsoft YaHei" panose="020B0503020204020204" pitchFamily="34" charset="-122"/>
              </a:rPr>
              <a:t>Agile </a:t>
            </a:r>
            <a:r>
              <a:rPr lang="en-US" altLang="ja-JP" sz="1200" b="1" dirty="0">
                <a:latin typeface="Microsoft YaHei" panose="020B0503020204020204" pitchFamily="34" charset="-122"/>
                <a:ea typeface="Microsoft YaHei" panose="020B0503020204020204" pitchFamily="34" charset="-122"/>
              </a:rPr>
              <a:t>SPICE……</a:t>
            </a:r>
          </a:p>
          <a:p>
            <a:r>
              <a:rPr lang="en-US" altLang="zh-CN" dirty="0" err="1">
                <a:solidFill>
                  <a:srgbClr val="2400B0"/>
                </a:solidFill>
              </a:rPr>
              <a:t>ASPICE:</a:t>
            </a:r>
            <a:r>
              <a:rPr lang="en-US" altLang="ja-JP" dirty="0" err="1">
                <a:solidFill>
                  <a:srgbClr val="2400B0"/>
                </a:solidFill>
              </a:rPr>
              <a:t>Automotive</a:t>
            </a:r>
            <a:r>
              <a:rPr lang="en-US" altLang="ja-JP" dirty="0">
                <a:solidFill>
                  <a:srgbClr val="2400B0"/>
                </a:solidFill>
              </a:rPr>
              <a:t> </a:t>
            </a:r>
            <a:r>
              <a:rPr lang="en-US" altLang="zh-CN" dirty="0">
                <a:solidFill>
                  <a:srgbClr val="2400B0"/>
                </a:solidFill>
              </a:rPr>
              <a:t>+ </a:t>
            </a:r>
            <a:r>
              <a:rPr lang="en-US" altLang="ja-JP" dirty="0">
                <a:solidFill>
                  <a:srgbClr val="2400B0"/>
                </a:solidFill>
              </a:rPr>
              <a:t>SPICE</a:t>
            </a:r>
          </a:p>
          <a:p>
            <a:pPr lvl="1">
              <a:lnSpc>
                <a:spcPct val="150000"/>
              </a:lnSpc>
              <a:spcBef>
                <a:spcPts val="0"/>
              </a:spcBef>
            </a:pPr>
            <a:r>
              <a:rPr lang="zh-CN" altLang="en-US" sz="1200" b="1" dirty="0">
                <a:latin typeface="Microsoft YaHei" panose="020B0503020204020204" pitchFamily="34" charset="-122"/>
                <a:ea typeface="Microsoft YaHei" panose="020B0503020204020204" pitchFamily="34" charset="-122"/>
              </a:rPr>
              <a:t>是一个评估模型，不是一个标准的过程</a:t>
            </a:r>
            <a:r>
              <a:rPr lang="en-US" altLang="ja-JP" sz="1200" b="1" dirty="0">
                <a:latin typeface="Microsoft YaHei" panose="020B0503020204020204" pitchFamily="34" charset="-122"/>
                <a:ea typeface="Microsoft YaHei" panose="020B0503020204020204" pitchFamily="34" charset="-122"/>
              </a:rPr>
              <a:t>!</a:t>
            </a:r>
          </a:p>
          <a:p>
            <a:pPr marL="0" indent="0">
              <a:buNone/>
            </a:pPr>
            <a:endParaRPr lang="ja-JP" altLang="en-US" dirty="0"/>
          </a:p>
        </p:txBody>
      </p:sp>
      <p:pic>
        <p:nvPicPr>
          <p:cNvPr id="17" name="図 16"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FA10B3A3-6021-FA8A-638D-8E07312F12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8100" y="1150166"/>
            <a:ext cx="7131909" cy="1451144"/>
          </a:xfrm>
          <a:prstGeom prst="rect">
            <a:avLst/>
          </a:prstGeom>
        </p:spPr>
      </p:pic>
    </p:spTree>
    <p:extLst>
      <p:ext uri="{BB962C8B-B14F-4D97-AF65-F5344CB8AC3E}">
        <p14:creationId xmlns:p14="http://schemas.microsoft.com/office/powerpoint/2010/main" val="2345612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E5FD3-ECB2-1536-853B-8237133D272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98908BF-8170-B362-C387-BD1B03C71751}"/>
              </a:ext>
            </a:extLst>
          </p:cNvPr>
          <p:cNvSpPr>
            <a:spLocks noGrp="1"/>
          </p:cNvSpPr>
          <p:nvPr>
            <p:ph type="title"/>
          </p:nvPr>
        </p:nvSpPr>
        <p:spPr>
          <a:xfrm>
            <a:off x="63655" y="18757"/>
            <a:ext cx="7740000" cy="655200"/>
          </a:xfrm>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sz="2000"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E9E1F9A8-8850-BF18-29E3-88D5ACA3284F}"/>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7AFA613D-5B5C-A994-94E8-6CFCB725482E}"/>
              </a:ext>
            </a:extLst>
          </p:cNvPr>
          <p:cNvSpPr>
            <a:spLocks noGrp="1"/>
          </p:cNvSpPr>
          <p:nvPr>
            <p:ph idx="1"/>
          </p:nvPr>
        </p:nvSpPr>
        <p:spPr>
          <a:xfrm>
            <a:off x="105685" y="782877"/>
            <a:ext cx="8262652" cy="3854885"/>
          </a:xfrm>
        </p:spPr>
        <p:txBody>
          <a:bodyPr>
            <a:normAutofit/>
          </a:bodyPr>
          <a:lstStyle/>
          <a:p>
            <a:pPr>
              <a:lnSpc>
                <a:spcPct val="150000"/>
              </a:lnSpc>
              <a:spcBef>
                <a:spcPts val="0"/>
              </a:spcBef>
            </a:pPr>
            <a:r>
              <a:rPr lang="zh-CN" altLang="en-US" sz="1800" b="1" dirty="0">
                <a:solidFill>
                  <a:srgbClr val="2400B0"/>
                </a:solidFill>
                <a:latin typeface="Microsoft YaHei" panose="020B0503020204020204" pitchFamily="34" charset="-122"/>
                <a:ea typeface="Microsoft YaHei" panose="020B0503020204020204" pitchFamily="34" charset="-122"/>
              </a:rPr>
              <a:t>发展历史</a:t>
            </a:r>
            <a:endParaRPr lang="en-US" altLang="zh-CN" sz="1800" b="1" dirty="0">
              <a:solidFill>
                <a:srgbClr val="2400B0"/>
              </a:solidFill>
              <a:latin typeface="Microsoft YaHei" panose="020B0503020204020204" pitchFamily="34" charset="-122"/>
              <a:ea typeface="Microsoft YaHei" panose="020B0503020204020204" pitchFamily="34" charset="-122"/>
            </a:endParaRPr>
          </a:p>
          <a:p>
            <a:pPr>
              <a:lnSpc>
                <a:spcPct val="150000"/>
              </a:lnSpc>
              <a:spcBef>
                <a:spcPts val="0"/>
              </a:spcBef>
            </a:pPr>
            <a:endParaRPr lang="en-US" altLang="ja-JP" sz="1800" b="1" dirty="0">
              <a:solidFill>
                <a:srgbClr val="2400B0"/>
              </a:solidFill>
              <a:latin typeface="Microsoft YaHei" panose="020B0503020204020204" pitchFamily="34" charset="-122"/>
              <a:ea typeface="Microsoft YaHei" panose="020B0503020204020204" pitchFamily="34" charset="-122"/>
            </a:endParaRPr>
          </a:p>
          <a:p>
            <a:pPr>
              <a:lnSpc>
                <a:spcPct val="150000"/>
              </a:lnSpc>
              <a:spcBef>
                <a:spcPts val="0"/>
              </a:spcBef>
            </a:pPr>
            <a:endParaRPr lang="en-US" altLang="ja-JP" sz="1800" b="1" dirty="0">
              <a:solidFill>
                <a:srgbClr val="2400B0"/>
              </a:solidFill>
              <a:latin typeface="Microsoft YaHei" panose="020B0503020204020204" pitchFamily="34" charset="-122"/>
              <a:ea typeface="Microsoft YaHei" panose="020B0503020204020204" pitchFamily="34" charset="-122"/>
            </a:endParaRPr>
          </a:p>
          <a:p>
            <a:pPr>
              <a:lnSpc>
                <a:spcPct val="150000"/>
              </a:lnSpc>
              <a:spcBef>
                <a:spcPts val="0"/>
              </a:spcBef>
            </a:pPr>
            <a:endParaRPr lang="en-US" altLang="ja-JP" sz="1800" b="1" dirty="0">
              <a:solidFill>
                <a:srgbClr val="2400B0"/>
              </a:solidFill>
              <a:latin typeface="Microsoft YaHei" panose="020B0503020204020204" pitchFamily="34" charset="-122"/>
              <a:ea typeface="Microsoft YaHei" panose="020B0503020204020204" pitchFamily="34" charset="-122"/>
            </a:endParaRPr>
          </a:p>
          <a:p>
            <a:pPr>
              <a:lnSpc>
                <a:spcPct val="150000"/>
              </a:lnSpc>
              <a:spcBef>
                <a:spcPts val="0"/>
              </a:spcBef>
            </a:pPr>
            <a:endParaRPr lang="en-US" altLang="ja-JP" sz="1800" b="1" dirty="0">
              <a:solidFill>
                <a:srgbClr val="2400B0"/>
              </a:solidFill>
              <a:latin typeface="Microsoft YaHei" panose="020B0503020204020204" pitchFamily="34" charset="-122"/>
              <a:ea typeface="Microsoft YaHei" panose="020B0503020204020204" pitchFamily="34" charset="-122"/>
            </a:endParaRPr>
          </a:p>
          <a:p>
            <a:pPr marL="0" indent="0">
              <a:lnSpc>
                <a:spcPct val="150000"/>
              </a:lnSpc>
              <a:spcBef>
                <a:spcPts val="0"/>
              </a:spcBef>
              <a:buNone/>
            </a:pPr>
            <a:endParaRPr lang="en-US" altLang="ja-JP" sz="1800" b="1" dirty="0">
              <a:solidFill>
                <a:srgbClr val="2400B0"/>
              </a:solidFill>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9D04C495-EC97-1090-F7A7-932C2F35A97A}"/>
              </a:ext>
            </a:extLst>
          </p:cNvPr>
          <p:cNvSpPr>
            <a:spLocks noGrp="1"/>
          </p:cNvSpPr>
          <p:nvPr>
            <p:ph type="sldNum" sz="quarter" idx="4"/>
          </p:nvPr>
        </p:nvSpPr>
        <p:spPr/>
        <p:txBody>
          <a:bodyPr/>
          <a:lstStyle/>
          <a:p>
            <a:fld id="{4D029D89-7B63-4C94-AD4D-2E4D6BB83637}" type="slidenum">
              <a:rPr kumimoji="1" lang="ja-JP" altLang="en-US" smtClean="0"/>
              <a:pPr/>
              <a:t>6</a:t>
            </a:fld>
            <a:endParaRPr kumimoji="1" lang="ja-JP" altLang="en-US"/>
          </a:p>
        </p:txBody>
      </p:sp>
      <p:pic>
        <p:nvPicPr>
          <p:cNvPr id="11" name="図 10" descr="ダイアグラム が含まれている画像&#10;&#10;AI 生成コンテンツは誤りを含む可能性があります。">
            <a:extLst>
              <a:ext uri="{FF2B5EF4-FFF2-40B4-BE49-F238E27FC236}">
                <a16:creationId xmlns:a16="http://schemas.microsoft.com/office/drawing/2014/main" id="{8F120E84-2587-46BA-BF3D-93B5AA2036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147956"/>
            <a:ext cx="8475334" cy="3247470"/>
          </a:xfrm>
          <a:prstGeom prst="rect">
            <a:avLst/>
          </a:prstGeom>
        </p:spPr>
      </p:pic>
    </p:spTree>
    <p:extLst>
      <p:ext uri="{BB962C8B-B14F-4D97-AF65-F5344CB8AC3E}">
        <p14:creationId xmlns:p14="http://schemas.microsoft.com/office/powerpoint/2010/main" val="1105304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6B697-5493-795D-0000-726FB8E1839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AA9393-28AA-999C-F3F4-AC5D48985EFC}"/>
              </a:ext>
            </a:extLst>
          </p:cNvPr>
          <p:cNvSpPr>
            <a:spLocks noGrp="1"/>
          </p:cNvSpPr>
          <p:nvPr>
            <p:ph type="title"/>
          </p:nvPr>
        </p:nvSpPr>
        <p:spPr>
          <a:xfrm>
            <a:off x="63655" y="18757"/>
            <a:ext cx="7740000" cy="655200"/>
          </a:xfrm>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sz="2000"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32131D78-B857-1F24-7E42-17D3D3543957}"/>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87507881-4CFC-B260-7AFA-EF7994840A0B}"/>
              </a:ext>
            </a:extLst>
          </p:cNvPr>
          <p:cNvSpPr>
            <a:spLocks noGrp="1"/>
          </p:cNvSpPr>
          <p:nvPr>
            <p:ph idx="1"/>
          </p:nvPr>
        </p:nvSpPr>
        <p:spPr>
          <a:xfrm>
            <a:off x="105685" y="782877"/>
            <a:ext cx="7896892" cy="3854885"/>
          </a:xfrm>
        </p:spPr>
        <p:txBody>
          <a:bodyPr>
            <a:normAutofit/>
          </a:bodyPr>
          <a:lstStyle/>
          <a:p>
            <a:pPr>
              <a:lnSpc>
                <a:spcPct val="150000"/>
              </a:lnSpc>
              <a:spcBef>
                <a:spcPts val="0"/>
              </a:spcBef>
            </a:pPr>
            <a:r>
              <a:rPr lang="zh-CN" altLang="en-US" sz="1800" b="1" dirty="0">
                <a:solidFill>
                  <a:srgbClr val="2400B0"/>
                </a:solidFill>
                <a:latin typeface="Microsoft YaHei" panose="020B0503020204020204" pitchFamily="34" charset="-122"/>
                <a:ea typeface="Microsoft YaHei" panose="020B0503020204020204" pitchFamily="34" charset="-122"/>
              </a:rPr>
              <a:t>过程评估模型</a:t>
            </a:r>
            <a:r>
              <a:rPr lang="en-US" altLang="zh-CN" sz="1800" b="1" dirty="0">
                <a:solidFill>
                  <a:srgbClr val="2400B0"/>
                </a:solidFill>
                <a:latin typeface="Microsoft YaHei" panose="020B0503020204020204" pitchFamily="34" charset="-122"/>
                <a:ea typeface="Microsoft YaHei" panose="020B0503020204020204" pitchFamily="34" charset="-122"/>
              </a:rPr>
              <a:t>(</a:t>
            </a:r>
            <a:r>
              <a:rPr lang="en-US" altLang="ja-JP" sz="1800" i="1" dirty="0">
                <a:solidFill>
                  <a:srgbClr val="2400B0"/>
                </a:solidFill>
                <a:latin typeface="Microsoft YaHei" panose="020B0503020204020204" pitchFamily="34" charset="-122"/>
                <a:ea typeface="Microsoft YaHei" panose="020B0503020204020204" pitchFamily="34" charset="-122"/>
              </a:rPr>
              <a:t>Process assessment model</a:t>
            </a:r>
            <a:r>
              <a:rPr lang="en-US" altLang="zh-CN" sz="1800" b="1" dirty="0">
                <a:solidFill>
                  <a:srgbClr val="2400B0"/>
                </a:solidFill>
                <a:latin typeface="Microsoft YaHei" panose="020B0503020204020204" pitchFamily="34" charset="-122"/>
                <a:ea typeface="Microsoft YaHei" panose="020B0503020204020204" pitchFamily="34" charset="-122"/>
              </a:rPr>
              <a:t>)</a:t>
            </a:r>
            <a:endParaRPr lang="zh-CN" altLang="en-US" sz="1800" b="1" dirty="0">
              <a:solidFill>
                <a:srgbClr val="2400B0"/>
              </a:solidFill>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C16EB52A-D6C5-D70C-9D9A-F44531BC1298}"/>
              </a:ext>
            </a:extLst>
          </p:cNvPr>
          <p:cNvSpPr>
            <a:spLocks noGrp="1"/>
          </p:cNvSpPr>
          <p:nvPr>
            <p:ph type="sldNum" sz="quarter" idx="4"/>
          </p:nvPr>
        </p:nvSpPr>
        <p:spPr/>
        <p:txBody>
          <a:bodyPr/>
          <a:lstStyle/>
          <a:p>
            <a:fld id="{4D029D89-7B63-4C94-AD4D-2E4D6BB83637}" type="slidenum">
              <a:rPr kumimoji="1" lang="ja-JP" altLang="en-US" smtClean="0"/>
              <a:pPr/>
              <a:t>7</a:t>
            </a:fld>
            <a:endParaRPr kumimoji="1" lang="ja-JP" altLang="en-US"/>
          </a:p>
        </p:txBody>
      </p:sp>
      <p:pic>
        <p:nvPicPr>
          <p:cNvPr id="9" name="図 8" descr="ダイアグラム&#10;&#10;AI 生成コンテンツは誤りを含む可能性があります。">
            <a:extLst>
              <a:ext uri="{FF2B5EF4-FFF2-40B4-BE49-F238E27FC236}">
                <a16:creationId xmlns:a16="http://schemas.microsoft.com/office/drawing/2014/main" id="{A4CC7EBB-6D96-5013-64BE-27F4FBD574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329" y="1324460"/>
            <a:ext cx="5664491" cy="3245017"/>
          </a:xfrm>
          <a:prstGeom prst="rect">
            <a:avLst/>
          </a:prstGeom>
        </p:spPr>
      </p:pic>
      <p:sp>
        <p:nvSpPr>
          <p:cNvPr id="5" name="テキスト ボックス 4">
            <a:extLst>
              <a:ext uri="{FF2B5EF4-FFF2-40B4-BE49-F238E27FC236}">
                <a16:creationId xmlns:a16="http://schemas.microsoft.com/office/drawing/2014/main" id="{B437A562-E69D-BD40-1D38-D7FBAED8D90C}"/>
              </a:ext>
            </a:extLst>
          </p:cNvPr>
          <p:cNvSpPr txBox="1"/>
          <p:nvPr/>
        </p:nvSpPr>
        <p:spPr>
          <a:xfrm>
            <a:off x="549052" y="3575253"/>
            <a:ext cx="3032348" cy="685578"/>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横坐标：评估的对象（包含各个过程）。</a:t>
            </a:r>
            <a:endParaRPr lang="en-US" altLang="zh-CN" sz="11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纵坐标：评估指标</a:t>
            </a:r>
            <a:r>
              <a:rPr lang="en-US" altLang="zh-CN" sz="1100" b="1" dirty="0">
                <a:solidFill>
                  <a:schemeClr val="bg1"/>
                </a:solidFill>
                <a:latin typeface="微软雅黑" panose="020B0503020204020204" pitchFamily="34" charset="-122"/>
                <a:ea typeface="微软雅黑" panose="020B0503020204020204" pitchFamily="34" charset="-122"/>
              </a:rPr>
              <a:t>(</a:t>
            </a:r>
            <a:r>
              <a:rPr lang="zh-CN" altLang="en-US" sz="1100" b="1" dirty="0">
                <a:solidFill>
                  <a:schemeClr val="bg1"/>
                </a:solidFill>
                <a:latin typeface="微软雅黑" panose="020B0503020204020204" pitchFamily="34" charset="-122"/>
                <a:ea typeface="微软雅黑" panose="020B0503020204020204" pitchFamily="34" charset="-122"/>
              </a:rPr>
              <a:t>含度量指标以及等级水平</a:t>
            </a:r>
            <a:r>
              <a:rPr lang="en-US" altLang="zh-CN" sz="1100" b="1" dirty="0">
                <a:solidFill>
                  <a:schemeClr val="bg1"/>
                </a:solidFill>
                <a:latin typeface="微软雅黑" panose="020B0503020204020204" pitchFamily="34" charset="-122"/>
                <a:ea typeface="微软雅黑" panose="020B0503020204020204" pitchFamily="34" charset="-122"/>
              </a:rPr>
              <a:t>)</a:t>
            </a:r>
            <a:r>
              <a:rPr lang="zh-CN" altLang="en-US" sz="1100" b="1" dirty="0">
                <a:solidFill>
                  <a:schemeClr val="bg1"/>
                </a:solidFill>
                <a:latin typeface="微软雅黑" panose="020B0503020204020204" pitchFamily="34" charset="-122"/>
                <a:ea typeface="微软雅黑" panose="020B0503020204020204" pitchFamily="34" charset="-122"/>
              </a:rPr>
              <a:t>。</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5905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28EC-646D-831C-36D3-707219AED6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7E71483-7088-7B79-292A-9F40486C53EB}"/>
              </a:ext>
            </a:extLst>
          </p:cNvPr>
          <p:cNvSpPr>
            <a:spLocks noGrp="1"/>
          </p:cNvSpPr>
          <p:nvPr>
            <p:ph type="title"/>
          </p:nvPr>
        </p:nvSpPr>
        <p:spPr>
          <a:xfrm>
            <a:off x="63655" y="18757"/>
            <a:ext cx="7740000" cy="655200"/>
          </a:xfrm>
        </p:spPr>
        <p:txBody>
          <a:bodyPr/>
          <a:lstStyle/>
          <a:p>
            <a:r>
              <a:rPr lang="en-US" altLang="zh-CN" dirty="0">
                <a:latin typeface="Microsoft YaHei" panose="020B0503020204020204" pitchFamily="34" charset="-122"/>
                <a:ea typeface="Microsoft YaHei" panose="020B0503020204020204" pitchFamily="34" charset="-122"/>
              </a:rPr>
              <a:t>ASPICE</a:t>
            </a:r>
            <a:r>
              <a:rPr lang="zh-CN" altLang="en-US" dirty="0">
                <a:latin typeface="Microsoft YaHei" panose="020B0503020204020204" pitchFamily="34" charset="-122"/>
                <a:ea typeface="Microsoft YaHei" panose="020B0503020204020204" pitchFamily="34" charset="-122"/>
              </a:rPr>
              <a:t>是什么</a:t>
            </a:r>
            <a:endParaRPr lang="en-US" altLang="zh-CN" sz="2000"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068360A1-2A6A-5178-4EDB-1184D1BF5FBC}"/>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AA532565-5D47-E4E1-5CAC-F7F94E5A7D45}"/>
              </a:ext>
            </a:extLst>
          </p:cNvPr>
          <p:cNvSpPr>
            <a:spLocks noGrp="1"/>
          </p:cNvSpPr>
          <p:nvPr>
            <p:ph idx="1"/>
          </p:nvPr>
        </p:nvSpPr>
        <p:spPr>
          <a:xfrm>
            <a:off x="105685" y="782877"/>
            <a:ext cx="8155446" cy="3854885"/>
          </a:xfrm>
        </p:spPr>
        <p:txBody>
          <a:bodyPr>
            <a:normAutofit/>
          </a:bodyPr>
          <a:lstStyle/>
          <a:p>
            <a:pPr>
              <a:lnSpc>
                <a:spcPct val="150000"/>
              </a:lnSpc>
              <a:spcBef>
                <a:spcPts val="0"/>
              </a:spcBef>
            </a:pPr>
            <a:r>
              <a:rPr lang="zh-CN" altLang="en-US" sz="1800" b="1" dirty="0">
                <a:solidFill>
                  <a:srgbClr val="2400B0"/>
                </a:solidFill>
                <a:latin typeface="Microsoft YaHei" panose="020B0503020204020204" pitchFamily="34" charset="-122"/>
                <a:ea typeface="Microsoft YaHei" panose="020B0503020204020204" pitchFamily="34" charset="-122"/>
              </a:rPr>
              <a:t>过程参考模型</a:t>
            </a:r>
            <a:r>
              <a:rPr lang="en-US" altLang="zh-CN" sz="1800" b="1" dirty="0">
                <a:solidFill>
                  <a:srgbClr val="2400B0"/>
                </a:solidFill>
                <a:latin typeface="Microsoft YaHei" panose="020B0503020204020204" pitchFamily="34" charset="-122"/>
                <a:ea typeface="Microsoft YaHei" panose="020B0503020204020204" pitchFamily="34" charset="-122"/>
              </a:rPr>
              <a:t>(</a:t>
            </a:r>
            <a:r>
              <a:rPr lang="en-US" altLang="ja-JP" sz="1800" b="1" dirty="0">
                <a:solidFill>
                  <a:srgbClr val="2400B0"/>
                </a:solidFill>
                <a:latin typeface="Microsoft YaHei" panose="020B0503020204020204" pitchFamily="34" charset="-122"/>
                <a:ea typeface="Microsoft YaHei" panose="020B0503020204020204" pitchFamily="34" charset="-122"/>
              </a:rPr>
              <a:t>Process reference model </a:t>
            </a:r>
            <a:r>
              <a:rPr lang="en-US" altLang="zh-CN" sz="1800" b="1" dirty="0">
                <a:solidFill>
                  <a:srgbClr val="2400B0"/>
                </a:solidFill>
                <a:latin typeface="Microsoft YaHei" panose="020B0503020204020204" pitchFamily="34" charset="-122"/>
                <a:ea typeface="Microsoft YaHei" panose="020B0503020204020204" pitchFamily="34" charset="-122"/>
              </a:rPr>
              <a:t>)</a:t>
            </a:r>
            <a:endParaRPr lang="en-US" altLang="ja-JP" sz="1800" b="1" dirty="0">
              <a:solidFill>
                <a:srgbClr val="2400B0"/>
              </a:solidFill>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D9E97742-4450-2469-6F7D-34267A87A4A8}"/>
              </a:ext>
            </a:extLst>
          </p:cNvPr>
          <p:cNvSpPr>
            <a:spLocks noGrp="1"/>
          </p:cNvSpPr>
          <p:nvPr>
            <p:ph type="sldNum" sz="quarter" idx="4"/>
          </p:nvPr>
        </p:nvSpPr>
        <p:spPr/>
        <p:txBody>
          <a:bodyPr/>
          <a:lstStyle/>
          <a:p>
            <a:fld id="{4D029D89-7B63-4C94-AD4D-2E4D6BB83637}" type="slidenum">
              <a:rPr kumimoji="1" lang="ja-JP" altLang="en-US" smtClean="0"/>
              <a:pPr/>
              <a:t>8</a:t>
            </a:fld>
            <a:endParaRPr kumimoji="1" lang="ja-JP" altLang="en-US"/>
          </a:p>
        </p:txBody>
      </p:sp>
      <p:pic>
        <p:nvPicPr>
          <p:cNvPr id="6" name="図 5" descr="タイムライン&#10;&#10;AI 生成コンテンツは誤りを含む可能性があります。">
            <a:extLst>
              <a:ext uri="{FF2B5EF4-FFF2-40B4-BE49-F238E27FC236}">
                <a16:creationId xmlns:a16="http://schemas.microsoft.com/office/drawing/2014/main" id="{9F1A2599-341B-980B-F7D7-7A0F338DEC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49" y="1176833"/>
            <a:ext cx="7194920" cy="3473629"/>
          </a:xfrm>
          <a:prstGeom prst="rect">
            <a:avLst/>
          </a:prstGeom>
        </p:spPr>
      </p:pic>
      <p:sp>
        <p:nvSpPr>
          <p:cNvPr id="5" name="正方形/長方形 4">
            <a:extLst>
              <a:ext uri="{FF2B5EF4-FFF2-40B4-BE49-F238E27FC236}">
                <a16:creationId xmlns:a16="http://schemas.microsoft.com/office/drawing/2014/main" id="{47AF6158-6BA8-B298-4F70-E05DC0F600EB}"/>
              </a:ext>
            </a:extLst>
          </p:cNvPr>
          <p:cNvSpPr/>
          <p:nvPr/>
        </p:nvSpPr>
        <p:spPr>
          <a:xfrm>
            <a:off x="638175" y="1530350"/>
            <a:ext cx="1060450" cy="17907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8" name="正方形/長方形 7">
            <a:extLst>
              <a:ext uri="{FF2B5EF4-FFF2-40B4-BE49-F238E27FC236}">
                <a16:creationId xmlns:a16="http://schemas.microsoft.com/office/drawing/2014/main" id="{ECEE313A-C9EE-C06C-090E-A4253EA13FEB}"/>
              </a:ext>
            </a:extLst>
          </p:cNvPr>
          <p:cNvSpPr/>
          <p:nvPr/>
        </p:nvSpPr>
        <p:spPr>
          <a:xfrm>
            <a:off x="1787524" y="2625725"/>
            <a:ext cx="2514475" cy="11049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9" name="正方形/長方形 8">
            <a:extLst>
              <a:ext uri="{FF2B5EF4-FFF2-40B4-BE49-F238E27FC236}">
                <a16:creationId xmlns:a16="http://schemas.microsoft.com/office/drawing/2014/main" id="{47CE95CB-6E3D-961D-0F48-E72A80906D54}"/>
              </a:ext>
            </a:extLst>
          </p:cNvPr>
          <p:cNvSpPr/>
          <p:nvPr/>
        </p:nvSpPr>
        <p:spPr>
          <a:xfrm>
            <a:off x="6448424" y="1504950"/>
            <a:ext cx="1082675" cy="35877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0" name="正方形/長方形 9">
            <a:extLst>
              <a:ext uri="{FF2B5EF4-FFF2-40B4-BE49-F238E27FC236}">
                <a16:creationId xmlns:a16="http://schemas.microsoft.com/office/drawing/2014/main" id="{A6CC5447-92C6-436F-7F9D-16B08510A959}"/>
              </a:ext>
            </a:extLst>
          </p:cNvPr>
          <p:cNvSpPr/>
          <p:nvPr/>
        </p:nvSpPr>
        <p:spPr>
          <a:xfrm>
            <a:off x="7758000" y="1504950"/>
            <a:ext cx="1082675" cy="35877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latin typeface="Microsoft YaHei" panose="020B0503020204020204" pitchFamily="34" charset="-122"/>
                <a:ea typeface="Microsoft YaHei" panose="020B0503020204020204" pitchFamily="34" charset="-122"/>
              </a:rPr>
              <a:t>红框内为本次 教育范围</a:t>
            </a:r>
            <a:endParaRPr kumimoji="1" lang="ja-JP" altLang="en-US" sz="11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66662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38767-8978-830C-B9A2-9B60B663282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B72D21C-A63F-A88F-45BB-8FF5B06A8609}"/>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25E4155D-569A-B1CF-41A5-49449760ABE5}"/>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622EB18D-A310-1837-1D16-DCEA1CD7C8AF}"/>
              </a:ext>
            </a:extLst>
          </p:cNvPr>
          <p:cNvSpPr>
            <a:spLocks noGrp="1"/>
          </p:cNvSpPr>
          <p:nvPr>
            <p:ph idx="1"/>
          </p:nvPr>
        </p:nvSpPr>
        <p:spPr>
          <a:xfrm>
            <a:off x="105685" y="782877"/>
            <a:ext cx="5521634" cy="3854885"/>
          </a:xfrm>
        </p:spPr>
        <p:txBody>
          <a:bodyPr>
            <a:normAutofit/>
          </a:bodyPr>
          <a:lstStyle/>
          <a:p>
            <a:pPr>
              <a:lnSpc>
                <a:spcPct val="150000"/>
              </a:lnSpc>
              <a:spcBef>
                <a:spcPts val="0"/>
              </a:spcBef>
            </a:pPr>
            <a:r>
              <a:rPr lang="en-US" altLang="zh-CN" sz="1800" b="1" dirty="0">
                <a:solidFill>
                  <a:srgbClr val="2400B0"/>
                </a:solidFill>
                <a:latin typeface="Microsoft YaHei" panose="020B0503020204020204" pitchFamily="34" charset="-122"/>
                <a:ea typeface="Microsoft YaHei" panose="020B0503020204020204" pitchFamily="34" charset="-122"/>
              </a:rPr>
              <a:t>VDA</a:t>
            </a:r>
            <a:r>
              <a:rPr lang="zh-CN" altLang="en-US" sz="1800" b="1" dirty="0">
                <a:solidFill>
                  <a:srgbClr val="2400B0"/>
                </a:solidFill>
                <a:latin typeface="Microsoft YaHei" panose="020B0503020204020204" pitchFamily="34" charset="-122"/>
                <a:ea typeface="Microsoft YaHei" panose="020B0503020204020204" pitchFamily="34" charset="-122"/>
              </a:rPr>
              <a:t>推荐范围</a:t>
            </a:r>
            <a:endParaRPr lang="en-US" altLang="ja-JP" sz="1800" b="1" dirty="0">
              <a:solidFill>
                <a:srgbClr val="2400B0"/>
              </a:solidFill>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F423167C-E2F5-C6D1-69FC-DD022046E3F8}"/>
              </a:ext>
            </a:extLst>
          </p:cNvPr>
          <p:cNvSpPr>
            <a:spLocks noGrp="1"/>
          </p:cNvSpPr>
          <p:nvPr>
            <p:ph type="sldNum" sz="quarter" idx="4"/>
          </p:nvPr>
        </p:nvSpPr>
        <p:spPr/>
        <p:txBody>
          <a:bodyPr/>
          <a:lstStyle/>
          <a:p>
            <a:fld id="{4D029D89-7B63-4C94-AD4D-2E4D6BB83637}" type="slidenum">
              <a:rPr kumimoji="1" lang="ja-JP" altLang="en-US" smtClean="0"/>
              <a:pPr/>
              <a:t>9</a:t>
            </a:fld>
            <a:endParaRPr kumimoji="1" lang="ja-JP" altLang="en-US"/>
          </a:p>
        </p:txBody>
      </p:sp>
      <p:pic>
        <p:nvPicPr>
          <p:cNvPr id="8" name="図 7" descr="グラフィカル ユーザー インターフェイス&#10;&#10;AI 生成コンテンツは誤りを含む可能性があります。">
            <a:extLst>
              <a:ext uri="{FF2B5EF4-FFF2-40B4-BE49-F238E27FC236}">
                <a16:creationId xmlns:a16="http://schemas.microsoft.com/office/drawing/2014/main" id="{4B305CFA-863A-A710-3609-11C576BA36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599" y="1301401"/>
            <a:ext cx="7856801" cy="3422086"/>
          </a:xfrm>
          <a:prstGeom prst="rect">
            <a:avLst/>
          </a:prstGeom>
        </p:spPr>
      </p:pic>
      <p:sp>
        <p:nvSpPr>
          <p:cNvPr id="6" name="正方形/長方形 5">
            <a:extLst>
              <a:ext uri="{FF2B5EF4-FFF2-40B4-BE49-F238E27FC236}">
                <a16:creationId xmlns:a16="http://schemas.microsoft.com/office/drawing/2014/main" id="{D4B44FD7-6610-878C-F93F-56EE6D476ABB}"/>
              </a:ext>
            </a:extLst>
          </p:cNvPr>
          <p:cNvSpPr/>
          <p:nvPr/>
        </p:nvSpPr>
        <p:spPr>
          <a:xfrm>
            <a:off x="7341092" y="895835"/>
            <a:ext cx="1279033" cy="358775"/>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latin typeface="Microsoft YaHei" panose="020B0503020204020204" pitchFamily="34" charset="-122"/>
                <a:ea typeface="Microsoft YaHei" panose="020B0503020204020204" pitchFamily="34" charset="-122"/>
              </a:rPr>
              <a:t>  为本次教育范围</a:t>
            </a:r>
            <a:endParaRPr kumimoji="1" lang="ja-JP" altLang="en-US" sz="1100" dirty="0" err="1">
              <a:solidFill>
                <a:schemeClr val="tx1"/>
              </a:solidFill>
              <a:latin typeface="Microsoft YaHei" panose="020B0503020204020204" pitchFamily="34" charset="-122"/>
              <a:ea typeface="Microsoft YaHei" panose="020B0503020204020204" pitchFamily="34" charset="-122"/>
            </a:endParaRPr>
          </a:p>
        </p:txBody>
      </p:sp>
      <p:sp>
        <p:nvSpPr>
          <p:cNvPr id="14" name="星: 5 pt 13">
            <a:extLst>
              <a:ext uri="{FF2B5EF4-FFF2-40B4-BE49-F238E27FC236}">
                <a16:creationId xmlns:a16="http://schemas.microsoft.com/office/drawing/2014/main" id="{93A6241D-3A05-5EB7-C524-707152AAC6ED}"/>
              </a:ext>
            </a:extLst>
          </p:cNvPr>
          <p:cNvSpPr/>
          <p:nvPr/>
        </p:nvSpPr>
        <p:spPr>
          <a:xfrm>
            <a:off x="3594100" y="1523515"/>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5" name="星: 5 pt 14">
            <a:extLst>
              <a:ext uri="{FF2B5EF4-FFF2-40B4-BE49-F238E27FC236}">
                <a16:creationId xmlns:a16="http://schemas.microsoft.com/office/drawing/2014/main" id="{12825B6D-4169-6E01-24AD-89328FD80558}"/>
              </a:ext>
            </a:extLst>
          </p:cNvPr>
          <p:cNvSpPr/>
          <p:nvPr/>
        </p:nvSpPr>
        <p:spPr>
          <a:xfrm>
            <a:off x="3602034" y="2175389"/>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6" name="星: 5 pt 15">
            <a:extLst>
              <a:ext uri="{FF2B5EF4-FFF2-40B4-BE49-F238E27FC236}">
                <a16:creationId xmlns:a16="http://schemas.microsoft.com/office/drawing/2014/main" id="{CE798BA5-B06C-063A-69C5-C092787EE0BC}"/>
              </a:ext>
            </a:extLst>
          </p:cNvPr>
          <p:cNvSpPr/>
          <p:nvPr/>
        </p:nvSpPr>
        <p:spPr>
          <a:xfrm>
            <a:off x="3594099" y="1878979"/>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7" name="星: 5 pt 16">
            <a:extLst>
              <a:ext uri="{FF2B5EF4-FFF2-40B4-BE49-F238E27FC236}">
                <a16:creationId xmlns:a16="http://schemas.microsoft.com/office/drawing/2014/main" id="{9C5E7D45-3FE9-03AF-14AE-AC274E22A6B3}"/>
              </a:ext>
            </a:extLst>
          </p:cNvPr>
          <p:cNvSpPr/>
          <p:nvPr/>
        </p:nvSpPr>
        <p:spPr>
          <a:xfrm>
            <a:off x="3602034" y="2530853"/>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8" name="星: 5 pt 17">
            <a:extLst>
              <a:ext uri="{FF2B5EF4-FFF2-40B4-BE49-F238E27FC236}">
                <a16:creationId xmlns:a16="http://schemas.microsoft.com/office/drawing/2014/main" id="{FEE53BDB-F9B7-4759-952C-E0979EB3C610}"/>
              </a:ext>
            </a:extLst>
          </p:cNvPr>
          <p:cNvSpPr/>
          <p:nvPr/>
        </p:nvSpPr>
        <p:spPr>
          <a:xfrm>
            <a:off x="7758000" y="1875319"/>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9" name="星: 5 pt 18">
            <a:extLst>
              <a:ext uri="{FF2B5EF4-FFF2-40B4-BE49-F238E27FC236}">
                <a16:creationId xmlns:a16="http://schemas.microsoft.com/office/drawing/2014/main" id="{AD35970A-5795-73B7-5603-9FA4740C2D04}"/>
              </a:ext>
            </a:extLst>
          </p:cNvPr>
          <p:cNvSpPr/>
          <p:nvPr/>
        </p:nvSpPr>
        <p:spPr>
          <a:xfrm>
            <a:off x="7382367" y="983886"/>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20" name="星: 5 pt 19">
            <a:extLst>
              <a:ext uri="{FF2B5EF4-FFF2-40B4-BE49-F238E27FC236}">
                <a16:creationId xmlns:a16="http://schemas.microsoft.com/office/drawing/2014/main" id="{BE1AA47B-7458-09AD-E403-B8FCCB130668}"/>
              </a:ext>
            </a:extLst>
          </p:cNvPr>
          <p:cNvSpPr/>
          <p:nvPr/>
        </p:nvSpPr>
        <p:spPr>
          <a:xfrm>
            <a:off x="3602034" y="2865758"/>
            <a:ext cx="149225" cy="133350"/>
          </a:xfrm>
          <a:prstGeom prst="star5">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Tree>
    <p:extLst>
      <p:ext uri="{BB962C8B-B14F-4D97-AF65-F5344CB8AC3E}">
        <p14:creationId xmlns:p14="http://schemas.microsoft.com/office/powerpoint/2010/main" val="29824127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31DC9-1EEB-AE0F-DBBB-B7930E39B5F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98C9932-F962-B602-2BE9-9A3D8E674C79}"/>
              </a:ext>
            </a:extLst>
          </p:cNvPr>
          <p:cNvSpPr>
            <a:spLocks noGrp="1"/>
          </p:cNvSpPr>
          <p:nvPr>
            <p:ph type="title"/>
          </p:nvPr>
        </p:nvSpPr>
        <p:spPr>
          <a:xfrm>
            <a:off x="63655" y="18757"/>
            <a:ext cx="7740000" cy="655200"/>
          </a:xfrm>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sz="2000"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8362F50F-7BA5-2BFC-A0FA-4AEBE0DEC7B3}"/>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C4D95223-B0DC-125D-0195-A13315434054}"/>
              </a:ext>
            </a:extLst>
          </p:cNvPr>
          <p:cNvSpPr>
            <a:spLocks noGrp="1"/>
          </p:cNvSpPr>
          <p:nvPr>
            <p:ph idx="1"/>
          </p:nvPr>
        </p:nvSpPr>
        <p:spPr>
          <a:xfrm>
            <a:off x="105685" y="782877"/>
            <a:ext cx="7531132" cy="3854885"/>
          </a:xfrm>
        </p:spPr>
        <p:txBody>
          <a:bodyPr>
            <a:normAutofit/>
          </a:bodyPr>
          <a:lstStyle/>
          <a:p>
            <a:pPr>
              <a:lnSpc>
                <a:spcPct val="150000"/>
              </a:lnSpc>
              <a:spcBef>
                <a:spcPts val="0"/>
              </a:spcBef>
            </a:pPr>
            <a:r>
              <a:rPr lang="zh-CN" altLang="en-US" sz="1800" b="1" dirty="0">
                <a:solidFill>
                  <a:srgbClr val="2400B0"/>
                </a:solidFill>
                <a:latin typeface="Microsoft YaHei" panose="020B0503020204020204" pitchFamily="34" charset="-122"/>
                <a:ea typeface="Microsoft YaHei" panose="020B0503020204020204" pitchFamily="34" charset="-122"/>
              </a:rPr>
              <a:t>过程能力水平模型（</a:t>
            </a:r>
            <a:r>
              <a:rPr lang="en-US" altLang="ja-JP" sz="1800" b="1" dirty="0">
                <a:latin typeface="Microsoft YaHei" panose="020B0503020204020204" pitchFamily="34" charset="-122"/>
                <a:ea typeface="Microsoft YaHei" panose="020B0503020204020204" pitchFamily="34" charset="-122"/>
              </a:rPr>
              <a:t> </a:t>
            </a:r>
            <a:r>
              <a:rPr lang="en-US" altLang="ja-JP" sz="1800" b="1" dirty="0">
                <a:solidFill>
                  <a:srgbClr val="2400B0"/>
                </a:solidFill>
                <a:latin typeface="Microsoft YaHei" panose="020B0503020204020204" pitchFamily="34" charset="-122"/>
                <a:ea typeface="Microsoft YaHei" panose="020B0503020204020204" pitchFamily="34" charset="-122"/>
              </a:rPr>
              <a:t>Process capability level model </a:t>
            </a:r>
            <a:r>
              <a:rPr lang="zh-CN" altLang="en-US" sz="1800" b="1" dirty="0">
                <a:solidFill>
                  <a:srgbClr val="2400B0"/>
                </a:solidFill>
                <a:latin typeface="Microsoft YaHei" panose="020B0503020204020204" pitchFamily="34" charset="-122"/>
                <a:ea typeface="Microsoft YaHei" panose="020B0503020204020204" pitchFamily="34" charset="-122"/>
              </a:rPr>
              <a:t>）</a:t>
            </a:r>
            <a:endParaRPr lang="en-US" altLang="ja-JP" sz="1800" b="1" dirty="0">
              <a:solidFill>
                <a:srgbClr val="2400B0"/>
              </a:solidFill>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5C3C7F8B-A7CD-90F4-1E81-5648CB253B83}"/>
              </a:ext>
            </a:extLst>
          </p:cNvPr>
          <p:cNvSpPr>
            <a:spLocks noGrp="1"/>
          </p:cNvSpPr>
          <p:nvPr>
            <p:ph type="sldNum" sz="quarter" idx="4"/>
          </p:nvPr>
        </p:nvSpPr>
        <p:spPr/>
        <p:txBody>
          <a:bodyPr/>
          <a:lstStyle/>
          <a:p>
            <a:fld id="{4D029D89-7B63-4C94-AD4D-2E4D6BB83637}" type="slidenum">
              <a:rPr kumimoji="1" lang="ja-JP" altLang="en-US" smtClean="0"/>
              <a:pPr/>
              <a:t>10</a:t>
            </a:fld>
            <a:endParaRPr kumimoji="1" lang="ja-JP" altLang="en-US"/>
          </a:p>
        </p:txBody>
      </p:sp>
      <p:pic>
        <p:nvPicPr>
          <p:cNvPr id="12" name="図 11" descr="テーブル&#10;&#10;AI 生成コンテンツは誤りを含む可能性があります。">
            <a:extLst>
              <a:ext uri="{FF2B5EF4-FFF2-40B4-BE49-F238E27FC236}">
                <a16:creationId xmlns:a16="http://schemas.microsoft.com/office/drawing/2014/main" id="{E7C8E581-C8DC-224A-35F0-E52F916CCF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4976" y="1335693"/>
            <a:ext cx="4318245" cy="2951942"/>
          </a:xfrm>
          <a:prstGeom prst="rect">
            <a:avLst/>
          </a:prstGeom>
        </p:spPr>
      </p:pic>
      <p:pic>
        <p:nvPicPr>
          <p:cNvPr id="14" name="図 13" descr="テキスト&#10;&#10;AI 生成コンテンツは誤りを含む可能性があります。">
            <a:extLst>
              <a:ext uri="{FF2B5EF4-FFF2-40B4-BE49-F238E27FC236}">
                <a16:creationId xmlns:a16="http://schemas.microsoft.com/office/drawing/2014/main" id="{C3D53FB1-036B-4BDA-A6A0-A7F591DEAD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41028" y="1627001"/>
            <a:ext cx="3182170" cy="2575069"/>
          </a:xfrm>
          <a:prstGeom prst="rect">
            <a:avLst/>
          </a:prstGeom>
        </p:spPr>
      </p:pic>
    </p:spTree>
    <p:extLst>
      <p:ext uri="{BB962C8B-B14F-4D97-AF65-F5344CB8AC3E}">
        <p14:creationId xmlns:p14="http://schemas.microsoft.com/office/powerpoint/2010/main" val="42119978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99405-CEA2-11DF-9C9F-E2C466D5B39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F6ECE78-881D-ECB8-243D-2FB90155797D}"/>
              </a:ext>
            </a:extLst>
          </p:cNvPr>
          <p:cNvSpPr>
            <a:spLocks noGrp="1"/>
          </p:cNvSpPr>
          <p:nvPr>
            <p:ph type="title"/>
          </p:nvPr>
        </p:nvSpPr>
        <p:spPr>
          <a:xfrm>
            <a:off x="63655" y="18757"/>
            <a:ext cx="7740000" cy="655200"/>
          </a:xfrm>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是什么</a:t>
            </a:r>
            <a:endParaRPr lang="en-US" altLang="zh-CN" sz="2000"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153A96C6-17B2-3CDA-9DFD-136299329C3A}"/>
              </a:ext>
            </a:extLst>
          </p:cNvPr>
          <p:cNvSpPr>
            <a:spLocks noGrp="1"/>
          </p:cNvSpPr>
          <p:nvPr>
            <p:ph type="ftr" sz="quarter" idx="3"/>
          </p:nvPr>
        </p:nvSpPr>
        <p:spPr>
          <a:xfrm>
            <a:off x="7745300" y="4942172"/>
            <a:ext cx="1155600" cy="108000"/>
          </a:xfrm>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7" name="コンテンツ プレースホルダー 2">
            <a:extLst>
              <a:ext uri="{FF2B5EF4-FFF2-40B4-BE49-F238E27FC236}">
                <a16:creationId xmlns:a16="http://schemas.microsoft.com/office/drawing/2014/main" id="{F1EC4588-F613-E142-AB71-E45ADD728E1A}"/>
              </a:ext>
            </a:extLst>
          </p:cNvPr>
          <p:cNvSpPr>
            <a:spLocks noGrp="1"/>
          </p:cNvSpPr>
          <p:nvPr>
            <p:ph idx="1"/>
          </p:nvPr>
        </p:nvSpPr>
        <p:spPr>
          <a:xfrm>
            <a:off x="105684" y="782877"/>
            <a:ext cx="6087660" cy="3854885"/>
          </a:xfrm>
        </p:spPr>
        <p:txBody>
          <a:bodyPr>
            <a:normAutofit/>
          </a:bodyPr>
          <a:lstStyle/>
          <a:p>
            <a:pPr>
              <a:lnSpc>
                <a:spcPct val="150000"/>
              </a:lnSpc>
              <a:spcBef>
                <a:spcPts val="0"/>
              </a:spcBef>
            </a:pPr>
            <a:r>
              <a:rPr lang="zh-CN" altLang="en-US" sz="1800" b="1" dirty="0">
                <a:solidFill>
                  <a:srgbClr val="2400B0"/>
                </a:solidFill>
                <a:latin typeface="Microsoft YaHei" panose="020B0503020204020204" pitchFamily="34" charset="-122"/>
                <a:ea typeface="Microsoft YaHei" panose="020B0503020204020204" pitchFamily="34" charset="-122"/>
              </a:rPr>
              <a:t>模型中常见的名称和缩略语解释</a:t>
            </a:r>
            <a:endParaRPr lang="en-US" altLang="ja-JP" sz="1800" b="1"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ja-JP" sz="1200" b="1" dirty="0" err="1">
                <a:solidFill>
                  <a:srgbClr val="2400B0"/>
                </a:solidFill>
                <a:latin typeface="Microsoft YaHei" panose="020B0503020204020204" pitchFamily="34" charset="-122"/>
                <a:ea typeface="Microsoft YaHei" panose="020B0503020204020204" pitchFamily="34" charset="-122"/>
              </a:rPr>
              <a:t>Intacs</a:t>
            </a:r>
            <a:r>
              <a:rPr lang="en-US" altLang="zh-CN" sz="1200" b="1" dirty="0">
                <a:solidFill>
                  <a:srgbClr val="2400B0"/>
                </a:solidFill>
                <a:latin typeface="Microsoft YaHei" panose="020B0503020204020204" pitchFamily="34" charset="-122"/>
                <a:ea typeface="Microsoft YaHei" panose="020B0503020204020204" pitchFamily="34" charset="-122"/>
              </a:rPr>
              <a:t>: </a:t>
            </a:r>
            <a:r>
              <a:rPr lang="en-US" altLang="ja-JP" sz="1200" b="1" dirty="0">
                <a:solidFill>
                  <a:srgbClr val="FF0000"/>
                </a:solidFill>
              </a:rPr>
              <a:t>Int</a:t>
            </a:r>
            <a:r>
              <a:rPr lang="en-US" altLang="ja-JP" sz="1200" b="1" dirty="0"/>
              <a:t>ernational </a:t>
            </a:r>
            <a:r>
              <a:rPr lang="en-US" altLang="ja-JP" sz="1200" b="1" dirty="0">
                <a:solidFill>
                  <a:srgbClr val="FF0000"/>
                </a:solidFill>
              </a:rPr>
              <a:t>A</a:t>
            </a:r>
            <a:r>
              <a:rPr lang="en-US" altLang="ja-JP" sz="1200" b="1" dirty="0"/>
              <a:t>ssessor </a:t>
            </a:r>
            <a:r>
              <a:rPr lang="en-US" altLang="ja-JP" sz="1200" b="1" dirty="0">
                <a:solidFill>
                  <a:srgbClr val="FF0000"/>
                </a:solidFill>
              </a:rPr>
              <a:t>C</a:t>
            </a:r>
            <a:r>
              <a:rPr lang="en-US" altLang="ja-JP" sz="1200" b="1" dirty="0"/>
              <a:t>ertification </a:t>
            </a:r>
            <a:r>
              <a:rPr lang="en-US" altLang="ja-JP" sz="1200" b="1" dirty="0">
                <a:solidFill>
                  <a:srgbClr val="FF0000"/>
                </a:solidFill>
              </a:rPr>
              <a:t>S</a:t>
            </a:r>
            <a:r>
              <a:rPr lang="en-US" altLang="ja-JP" sz="1200" b="1" dirty="0"/>
              <a:t>cheme</a:t>
            </a:r>
          </a:p>
          <a:p>
            <a:pPr lvl="1">
              <a:lnSpc>
                <a:spcPct val="150000"/>
              </a:lnSpc>
              <a:spcBef>
                <a:spcPts val="0"/>
              </a:spcBef>
            </a:pPr>
            <a:r>
              <a:rPr lang="en-US" altLang="zh-CN" sz="1200" b="1" dirty="0">
                <a:solidFill>
                  <a:srgbClr val="2400B0"/>
                </a:solidFill>
                <a:latin typeface="Microsoft YaHei" panose="020B0503020204020204" pitchFamily="34" charset="-122"/>
                <a:ea typeface="Microsoft YaHei" panose="020B0503020204020204" pitchFamily="34" charset="-122"/>
              </a:rPr>
              <a:t>VDA </a:t>
            </a:r>
            <a:r>
              <a:rPr lang="zh-CN" altLang="en-US" sz="1200" b="1" dirty="0">
                <a:solidFill>
                  <a:srgbClr val="2400B0"/>
                </a:solidFill>
                <a:latin typeface="Microsoft YaHei" panose="020B0503020204020204" pitchFamily="34" charset="-122"/>
                <a:ea typeface="Microsoft YaHei" panose="020B0503020204020204" pitchFamily="34" charset="-122"/>
              </a:rPr>
              <a:t>：</a:t>
            </a:r>
            <a:r>
              <a:rPr lang="en-US" altLang="ja-JP" sz="1200" b="1" dirty="0" err="1">
                <a:solidFill>
                  <a:srgbClr val="FF0000"/>
                </a:solidFill>
              </a:rPr>
              <a:t>V</a:t>
            </a:r>
            <a:r>
              <a:rPr lang="en-US" altLang="ja-JP" sz="1200" b="1" dirty="0" err="1"/>
              <a:t>erband</a:t>
            </a:r>
            <a:r>
              <a:rPr lang="en-US" altLang="ja-JP" sz="1200" b="1" dirty="0"/>
              <a:t> </a:t>
            </a:r>
            <a:r>
              <a:rPr lang="en-US" altLang="ja-JP" sz="1200" b="1" dirty="0">
                <a:solidFill>
                  <a:srgbClr val="FF0000"/>
                </a:solidFill>
              </a:rPr>
              <a:t>d</a:t>
            </a:r>
            <a:r>
              <a:rPr lang="en-US" altLang="ja-JP" sz="1200" b="1" dirty="0"/>
              <a:t>er </a:t>
            </a:r>
            <a:r>
              <a:rPr lang="en-US" altLang="ja-JP" sz="1200" b="1" dirty="0" err="1">
                <a:solidFill>
                  <a:srgbClr val="FF0000"/>
                </a:solidFill>
              </a:rPr>
              <a:t>A</a:t>
            </a:r>
            <a:r>
              <a:rPr lang="en-US" altLang="ja-JP" sz="1200" b="1" dirty="0" err="1"/>
              <a:t>utomobilindustrie</a:t>
            </a:r>
            <a:r>
              <a:rPr lang="en-US" altLang="ja-JP" sz="1200" b="1" dirty="0"/>
              <a:t> </a:t>
            </a:r>
            <a:endParaRPr lang="en-US" altLang="zh-CN" sz="1200" b="1" dirty="0"/>
          </a:p>
          <a:p>
            <a:pPr lvl="1">
              <a:lnSpc>
                <a:spcPct val="150000"/>
              </a:lnSpc>
              <a:spcBef>
                <a:spcPts val="0"/>
              </a:spcBef>
            </a:pPr>
            <a:r>
              <a:rPr lang="zh-CN" altLang="en-US" sz="1200" b="1" dirty="0">
                <a:solidFill>
                  <a:srgbClr val="2400B0"/>
                </a:solidFill>
                <a:latin typeface="Microsoft YaHei" panose="020B0503020204020204" pitchFamily="34" charset="-122"/>
                <a:ea typeface="Microsoft YaHei" panose="020B0503020204020204" pitchFamily="34" charset="-122"/>
              </a:rPr>
              <a:t>过程属性  </a:t>
            </a:r>
            <a:r>
              <a:rPr lang="en-US" altLang="zh-CN" sz="1200" b="1" dirty="0">
                <a:solidFill>
                  <a:srgbClr val="2400B0"/>
                </a:solidFill>
                <a:latin typeface="Microsoft YaHei" panose="020B0503020204020204" pitchFamily="34" charset="-122"/>
                <a:ea typeface="Microsoft YaHei" panose="020B0503020204020204" pitchFamily="34" charset="-122"/>
              </a:rPr>
              <a:t>PA: </a:t>
            </a:r>
            <a:r>
              <a:rPr lang="en-US" altLang="zh-CN" sz="1200" b="1" dirty="0">
                <a:solidFill>
                  <a:srgbClr val="FF0000"/>
                </a:solidFill>
                <a:latin typeface="Microsoft YaHei" panose="020B0503020204020204" pitchFamily="34" charset="-122"/>
                <a:ea typeface="Microsoft YaHei" panose="020B0503020204020204" pitchFamily="34" charset="-122"/>
              </a:rPr>
              <a:t>P</a:t>
            </a:r>
            <a:r>
              <a:rPr lang="en-US" altLang="zh-CN" sz="1200" b="1" dirty="0">
                <a:solidFill>
                  <a:srgbClr val="2400B0"/>
                </a:solidFill>
                <a:latin typeface="Microsoft YaHei" panose="020B0503020204020204" pitchFamily="34" charset="-122"/>
                <a:ea typeface="Microsoft YaHei" panose="020B0503020204020204" pitchFamily="34" charset="-122"/>
              </a:rPr>
              <a:t>rocess </a:t>
            </a:r>
            <a:r>
              <a:rPr lang="en-US" altLang="zh-CN" sz="1200" b="1" dirty="0">
                <a:solidFill>
                  <a:srgbClr val="FF0000"/>
                </a:solidFill>
                <a:latin typeface="Microsoft YaHei" panose="020B0503020204020204" pitchFamily="34" charset="-122"/>
                <a:ea typeface="Microsoft YaHei" panose="020B0503020204020204" pitchFamily="34" charset="-122"/>
              </a:rPr>
              <a:t>A</a:t>
            </a:r>
            <a:r>
              <a:rPr lang="en-US" altLang="zh-CN" sz="1200" b="1" dirty="0">
                <a:solidFill>
                  <a:srgbClr val="2400B0"/>
                </a:solidFill>
                <a:latin typeface="Microsoft YaHei" panose="020B0503020204020204" pitchFamily="34" charset="-122"/>
                <a:ea typeface="Microsoft YaHei" panose="020B0503020204020204" pitchFamily="34" charset="-122"/>
              </a:rPr>
              <a:t>ttribute  </a:t>
            </a:r>
          </a:p>
          <a:p>
            <a:pPr lvl="1">
              <a:lnSpc>
                <a:spcPct val="150000"/>
              </a:lnSpc>
              <a:spcBef>
                <a:spcPts val="0"/>
              </a:spcBef>
            </a:pPr>
            <a:r>
              <a:rPr lang="zh-CN" altLang="en-US" sz="1200" b="1" dirty="0">
                <a:solidFill>
                  <a:srgbClr val="2400B0"/>
                </a:solidFill>
                <a:latin typeface="Microsoft YaHei" panose="020B0503020204020204" pitchFamily="34" charset="-122"/>
                <a:ea typeface="Microsoft YaHei" panose="020B0503020204020204" pitchFamily="34" charset="-122"/>
              </a:rPr>
              <a:t>过程名     </a:t>
            </a:r>
            <a:r>
              <a:rPr lang="en-US" altLang="zh-CN" sz="1200" b="1" dirty="0">
                <a:solidFill>
                  <a:srgbClr val="2400B0"/>
                </a:solidFill>
                <a:latin typeface="Microsoft YaHei" panose="020B0503020204020204" pitchFamily="34" charset="-122"/>
                <a:ea typeface="Microsoft YaHei" panose="020B0503020204020204" pitchFamily="34" charset="-122"/>
              </a:rPr>
              <a:t>SYS</a:t>
            </a:r>
            <a:r>
              <a:rPr lang="zh-CN" altLang="en-US" sz="1200" b="1" dirty="0">
                <a:solidFill>
                  <a:srgbClr val="2400B0"/>
                </a:solidFill>
                <a:latin typeface="Microsoft YaHei" panose="020B0503020204020204" pitchFamily="34" charset="-122"/>
                <a:ea typeface="Microsoft YaHei" panose="020B0503020204020204" pitchFamily="34" charset="-122"/>
              </a:rPr>
              <a:t>：</a:t>
            </a:r>
            <a:r>
              <a:rPr lang="en-US" altLang="zh-CN" sz="1200" b="1" dirty="0">
                <a:solidFill>
                  <a:srgbClr val="FF0000"/>
                </a:solidFill>
                <a:latin typeface="Microsoft YaHei" panose="020B0503020204020204" pitchFamily="34" charset="-122"/>
                <a:ea typeface="Microsoft YaHei" panose="020B0503020204020204" pitchFamily="34" charset="-122"/>
              </a:rPr>
              <a:t>sys</a:t>
            </a:r>
            <a:r>
              <a:rPr lang="en-US" altLang="zh-CN" sz="1200" b="1" dirty="0">
                <a:solidFill>
                  <a:srgbClr val="2400B0"/>
                </a:solidFill>
                <a:latin typeface="Microsoft YaHei" panose="020B0503020204020204" pitchFamily="34" charset="-122"/>
                <a:ea typeface="Microsoft YaHei" panose="020B0503020204020204" pitchFamily="34" charset="-122"/>
              </a:rPr>
              <a:t>tem      SWE</a:t>
            </a:r>
            <a:r>
              <a:rPr lang="zh-CN" altLang="en-US" sz="1200" b="1" dirty="0">
                <a:solidFill>
                  <a:srgbClr val="2400B0"/>
                </a:solidFill>
                <a:latin typeface="Microsoft YaHei" panose="020B0503020204020204" pitchFamily="34" charset="-122"/>
                <a:ea typeface="Microsoft YaHei" panose="020B0503020204020204" pitchFamily="34" charset="-122"/>
              </a:rPr>
              <a:t>：</a:t>
            </a:r>
            <a:r>
              <a:rPr lang="en-US" altLang="zh-CN" sz="1200" b="1" dirty="0">
                <a:solidFill>
                  <a:srgbClr val="FF0000"/>
                </a:solidFill>
                <a:latin typeface="Microsoft YaHei" panose="020B0503020204020204" pitchFamily="34" charset="-122"/>
                <a:ea typeface="Microsoft YaHei" panose="020B0503020204020204" pitchFamily="34" charset="-122"/>
              </a:rPr>
              <a:t>s</a:t>
            </a:r>
            <a:r>
              <a:rPr lang="en-US" altLang="zh-CN" sz="1200" b="1" dirty="0">
                <a:solidFill>
                  <a:srgbClr val="2400B0"/>
                </a:solidFill>
                <a:latin typeface="Microsoft YaHei" panose="020B0503020204020204" pitchFamily="34" charset="-122"/>
                <a:ea typeface="Microsoft YaHei" panose="020B0503020204020204" pitchFamily="34" charset="-122"/>
              </a:rPr>
              <a:t>oft</a:t>
            </a:r>
            <a:r>
              <a:rPr lang="en-US" altLang="zh-CN" sz="1200" b="1" dirty="0">
                <a:solidFill>
                  <a:srgbClr val="FF0000"/>
                </a:solidFill>
                <a:latin typeface="Microsoft YaHei" panose="020B0503020204020204" pitchFamily="34" charset="-122"/>
                <a:ea typeface="Microsoft YaHei" panose="020B0503020204020204" pitchFamily="34" charset="-122"/>
              </a:rPr>
              <a:t>w</a:t>
            </a:r>
            <a:r>
              <a:rPr lang="en-US" altLang="zh-CN" sz="1200" b="1" dirty="0">
                <a:solidFill>
                  <a:srgbClr val="2400B0"/>
                </a:solidFill>
                <a:latin typeface="Microsoft YaHei" panose="020B0503020204020204" pitchFamily="34" charset="-122"/>
                <a:ea typeface="Microsoft YaHei" panose="020B0503020204020204" pitchFamily="34" charset="-122"/>
              </a:rPr>
              <a:t>ar</a:t>
            </a:r>
            <a:r>
              <a:rPr lang="en-US" altLang="zh-CN" sz="1200" b="1" dirty="0">
                <a:solidFill>
                  <a:srgbClr val="FF0000"/>
                </a:solidFill>
                <a:latin typeface="Microsoft YaHei" panose="020B0503020204020204" pitchFamily="34" charset="-122"/>
                <a:ea typeface="Microsoft YaHei" panose="020B0503020204020204" pitchFamily="34" charset="-122"/>
              </a:rPr>
              <a:t>e</a:t>
            </a:r>
            <a:r>
              <a:rPr lang="en-US" altLang="zh-CN" sz="1200" b="1" dirty="0">
                <a:solidFill>
                  <a:srgbClr val="2400B0"/>
                </a:solidFill>
                <a:latin typeface="Microsoft YaHei" panose="020B0503020204020204" pitchFamily="34" charset="-122"/>
                <a:ea typeface="Microsoft YaHei" panose="020B0503020204020204" pitchFamily="34" charset="-122"/>
              </a:rPr>
              <a:t>   </a:t>
            </a:r>
          </a:p>
          <a:p>
            <a:pPr marL="271462" lvl="1" indent="0">
              <a:lnSpc>
                <a:spcPct val="150000"/>
              </a:lnSpc>
              <a:spcBef>
                <a:spcPts val="0"/>
              </a:spcBef>
              <a:buNone/>
            </a:pPr>
            <a:r>
              <a:rPr lang="en-US" altLang="zh-CN" sz="1200" b="1" dirty="0">
                <a:solidFill>
                  <a:srgbClr val="2400B0"/>
                </a:solidFill>
                <a:latin typeface="Microsoft YaHei" panose="020B0503020204020204" pitchFamily="34" charset="-122"/>
                <a:ea typeface="Microsoft YaHei" panose="020B0503020204020204" pitchFamily="34" charset="-122"/>
              </a:rPr>
              <a:t>                     SUP: </a:t>
            </a:r>
            <a:r>
              <a:rPr lang="en-US" altLang="zh-CN" sz="1200" b="1" dirty="0">
                <a:solidFill>
                  <a:srgbClr val="FF0000"/>
                </a:solidFill>
                <a:latin typeface="Microsoft YaHei" panose="020B0503020204020204" pitchFamily="34" charset="-122"/>
                <a:ea typeface="Microsoft YaHei" panose="020B0503020204020204" pitchFamily="34" charset="-122"/>
              </a:rPr>
              <a:t>sup</a:t>
            </a:r>
            <a:r>
              <a:rPr lang="en-US" altLang="zh-CN" sz="1200" b="1" dirty="0">
                <a:solidFill>
                  <a:srgbClr val="2400B0"/>
                </a:solidFill>
                <a:latin typeface="Microsoft YaHei" panose="020B0503020204020204" pitchFamily="34" charset="-122"/>
                <a:ea typeface="Microsoft YaHei" panose="020B0503020204020204" pitchFamily="34" charset="-122"/>
              </a:rPr>
              <a:t>port     MAN: </a:t>
            </a:r>
            <a:r>
              <a:rPr lang="en-US" altLang="zh-CN" sz="1200" b="1" dirty="0">
                <a:solidFill>
                  <a:srgbClr val="FF0000"/>
                </a:solidFill>
                <a:latin typeface="Microsoft YaHei" panose="020B0503020204020204" pitchFamily="34" charset="-122"/>
                <a:ea typeface="Microsoft YaHei" panose="020B0503020204020204" pitchFamily="34" charset="-122"/>
              </a:rPr>
              <a:t>man</a:t>
            </a:r>
            <a:r>
              <a:rPr lang="en-US" altLang="zh-CN" sz="1200" b="1" dirty="0">
                <a:solidFill>
                  <a:srgbClr val="2400B0"/>
                </a:solidFill>
                <a:latin typeface="Microsoft YaHei" panose="020B0503020204020204" pitchFamily="34" charset="-122"/>
                <a:ea typeface="Microsoft YaHei" panose="020B0503020204020204" pitchFamily="34" charset="-122"/>
              </a:rPr>
              <a:t>agement</a:t>
            </a:r>
          </a:p>
          <a:p>
            <a:pPr lvl="1">
              <a:lnSpc>
                <a:spcPct val="150000"/>
              </a:lnSpc>
              <a:spcBef>
                <a:spcPts val="0"/>
              </a:spcBef>
            </a:pPr>
            <a:r>
              <a:rPr lang="zh-CN" altLang="en-US" sz="1200" b="1" dirty="0">
                <a:solidFill>
                  <a:srgbClr val="2400B0"/>
                </a:solidFill>
                <a:latin typeface="Microsoft YaHei" panose="020B0503020204020204" pitchFamily="34" charset="-122"/>
                <a:ea typeface="Microsoft YaHei" panose="020B0503020204020204" pitchFamily="34" charset="-122"/>
              </a:rPr>
              <a:t>实践  </a:t>
            </a:r>
            <a:r>
              <a:rPr lang="en-US" altLang="zh-CN" sz="1200" b="1" dirty="0">
                <a:solidFill>
                  <a:srgbClr val="2400B0"/>
                </a:solidFill>
                <a:latin typeface="Microsoft YaHei" panose="020B0503020204020204" pitchFamily="34" charset="-122"/>
                <a:ea typeface="Microsoft YaHei" panose="020B0503020204020204" pitchFamily="34" charset="-122"/>
              </a:rPr>
              <a:t>      BP:</a:t>
            </a:r>
            <a:r>
              <a:rPr lang="en-US" altLang="ja-JP" b="1" dirty="0"/>
              <a:t> </a:t>
            </a:r>
            <a:r>
              <a:rPr lang="en-US" altLang="ja-JP" sz="1200" b="1" dirty="0">
                <a:solidFill>
                  <a:srgbClr val="FF0000"/>
                </a:solidFill>
                <a:latin typeface="Microsoft YaHei" panose="020B0503020204020204" pitchFamily="34" charset="-122"/>
                <a:ea typeface="Microsoft YaHei" panose="020B0503020204020204" pitchFamily="34" charset="-122"/>
              </a:rPr>
              <a:t>B</a:t>
            </a:r>
            <a:r>
              <a:rPr lang="en-US" altLang="ja-JP" sz="1200" b="1" dirty="0">
                <a:solidFill>
                  <a:srgbClr val="2400B0"/>
                </a:solidFill>
                <a:latin typeface="Microsoft YaHei" panose="020B0503020204020204" pitchFamily="34" charset="-122"/>
                <a:ea typeface="Microsoft YaHei" panose="020B0503020204020204" pitchFamily="34" charset="-122"/>
              </a:rPr>
              <a:t>ase </a:t>
            </a:r>
            <a:r>
              <a:rPr lang="en-US" altLang="ja-JP" sz="1200" b="1" dirty="0">
                <a:solidFill>
                  <a:srgbClr val="FF0000"/>
                </a:solidFill>
                <a:latin typeface="Microsoft YaHei" panose="020B0503020204020204" pitchFamily="34" charset="-122"/>
                <a:ea typeface="Microsoft YaHei" panose="020B0503020204020204" pitchFamily="34" charset="-122"/>
              </a:rPr>
              <a:t>P</a:t>
            </a:r>
            <a:r>
              <a:rPr lang="en-US" altLang="ja-JP" sz="1200" b="1" dirty="0">
                <a:solidFill>
                  <a:srgbClr val="2400B0"/>
                </a:solidFill>
                <a:latin typeface="Microsoft YaHei" panose="020B0503020204020204" pitchFamily="34" charset="-122"/>
                <a:ea typeface="Microsoft YaHei" panose="020B0503020204020204" pitchFamily="34" charset="-122"/>
              </a:rPr>
              <a:t>ractice   </a:t>
            </a:r>
            <a:r>
              <a:rPr lang="en-US" altLang="zh-CN" sz="1200" b="1" dirty="0">
                <a:solidFill>
                  <a:srgbClr val="2400B0"/>
                </a:solidFill>
                <a:latin typeface="Microsoft YaHei" panose="020B0503020204020204" pitchFamily="34" charset="-122"/>
                <a:ea typeface="Microsoft YaHei" panose="020B0503020204020204" pitchFamily="34" charset="-122"/>
              </a:rPr>
              <a:t>GP: </a:t>
            </a:r>
            <a:r>
              <a:rPr lang="en-US" altLang="zh-CN" sz="1200" b="1" dirty="0">
                <a:solidFill>
                  <a:srgbClr val="FF0000"/>
                </a:solidFill>
                <a:latin typeface="Microsoft YaHei" panose="020B0503020204020204" pitchFamily="34" charset="-122"/>
                <a:ea typeface="Microsoft YaHei" panose="020B0503020204020204" pitchFamily="34" charset="-122"/>
              </a:rPr>
              <a:t>G</a:t>
            </a:r>
            <a:r>
              <a:rPr lang="en-US" altLang="zh-CN" sz="1200" b="1" dirty="0">
                <a:solidFill>
                  <a:srgbClr val="2400B0"/>
                </a:solidFill>
                <a:latin typeface="Microsoft YaHei" panose="020B0503020204020204" pitchFamily="34" charset="-122"/>
                <a:ea typeface="Microsoft YaHei" panose="020B0503020204020204" pitchFamily="34" charset="-122"/>
              </a:rPr>
              <a:t>eneral</a:t>
            </a:r>
            <a:r>
              <a:rPr lang="en-US" altLang="ja-JP" sz="1200" b="1" dirty="0">
                <a:solidFill>
                  <a:srgbClr val="2400B0"/>
                </a:solidFill>
                <a:latin typeface="Microsoft YaHei" panose="020B0503020204020204" pitchFamily="34" charset="-122"/>
                <a:ea typeface="Microsoft YaHei" panose="020B0503020204020204" pitchFamily="34" charset="-122"/>
              </a:rPr>
              <a:t> </a:t>
            </a:r>
            <a:r>
              <a:rPr lang="en-US" altLang="ja-JP" sz="1200" b="1" dirty="0">
                <a:solidFill>
                  <a:srgbClr val="FF0000"/>
                </a:solidFill>
                <a:latin typeface="Microsoft YaHei" panose="020B0503020204020204" pitchFamily="34" charset="-122"/>
                <a:ea typeface="Microsoft YaHei" panose="020B0503020204020204" pitchFamily="34" charset="-122"/>
              </a:rPr>
              <a:t>P</a:t>
            </a:r>
            <a:r>
              <a:rPr lang="en-US" altLang="ja-JP" sz="1200" b="1" dirty="0">
                <a:solidFill>
                  <a:srgbClr val="2400B0"/>
                </a:solidFill>
                <a:latin typeface="Microsoft YaHei" panose="020B0503020204020204" pitchFamily="34" charset="-122"/>
                <a:ea typeface="Microsoft YaHei" panose="020B0503020204020204" pitchFamily="34" charset="-122"/>
              </a:rPr>
              <a:t>ractice</a:t>
            </a:r>
            <a:r>
              <a:rPr lang="en-US" altLang="ja-JP" dirty="0"/>
              <a:t>	</a:t>
            </a:r>
            <a:endParaRPr lang="en-US" altLang="ja-JP" sz="1200" b="1"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ja-JP" sz="1200" b="1" dirty="0">
                <a:solidFill>
                  <a:srgbClr val="2400B0"/>
                </a:solidFill>
                <a:latin typeface="Microsoft YaHei" panose="020B0503020204020204" pitchFamily="34" charset="-122"/>
                <a:ea typeface="Microsoft YaHei" panose="020B0503020204020204" pitchFamily="34" charset="-122"/>
              </a:rPr>
              <a:t>Element, component and unit </a:t>
            </a:r>
            <a:r>
              <a:rPr lang="ja-JP" altLang="en-US" sz="1200" b="1" dirty="0">
                <a:solidFill>
                  <a:srgbClr val="2400B0"/>
                </a:solidFill>
                <a:latin typeface="Microsoft YaHei" panose="020B0503020204020204" pitchFamily="34" charset="-122"/>
                <a:ea typeface="Microsoft YaHei" panose="020B0503020204020204" pitchFamily="34" charset="-122"/>
              </a:rPr>
              <a:t>   </a:t>
            </a:r>
          </a:p>
          <a:p>
            <a:pPr marL="0" indent="0">
              <a:buNone/>
            </a:pPr>
            <a:endParaRPr lang="en-US" altLang="zh-CN" sz="1200" dirty="0"/>
          </a:p>
          <a:p>
            <a:pPr marL="0" indent="0">
              <a:buNone/>
            </a:pPr>
            <a:endParaRPr lang="en-US" altLang="ja-JP" sz="1200" dirty="0"/>
          </a:p>
          <a:p>
            <a:endParaRPr lang="ja-JP" altLang="en-US" sz="1200" dirty="0"/>
          </a:p>
          <a:p>
            <a:pPr marL="271462" lvl="1" indent="0">
              <a:lnSpc>
                <a:spcPct val="150000"/>
              </a:lnSpc>
              <a:spcBef>
                <a:spcPts val="0"/>
              </a:spcBef>
              <a:buNone/>
            </a:pPr>
            <a:endParaRPr lang="ja-JP" altLang="en-US" sz="1400" dirty="0">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ja-JP" sz="1400"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F68B06DA-1487-3771-4B7A-C5EB5170976C}"/>
              </a:ext>
            </a:extLst>
          </p:cNvPr>
          <p:cNvSpPr>
            <a:spLocks noGrp="1"/>
          </p:cNvSpPr>
          <p:nvPr>
            <p:ph type="sldNum" sz="quarter" idx="4"/>
          </p:nvPr>
        </p:nvSpPr>
        <p:spPr/>
        <p:txBody>
          <a:bodyPr/>
          <a:lstStyle/>
          <a:p>
            <a:fld id="{4D029D89-7B63-4C94-AD4D-2E4D6BB83637}" type="slidenum">
              <a:rPr kumimoji="1" lang="ja-JP" altLang="en-US" smtClean="0"/>
              <a:pPr/>
              <a:t>11</a:t>
            </a:fld>
            <a:endParaRPr kumimoji="1" lang="ja-JP" altLang="en-US"/>
          </a:p>
        </p:txBody>
      </p:sp>
      <p:pic>
        <p:nvPicPr>
          <p:cNvPr id="13" name="図 12" descr="ロゴ&#10;&#10;AI 生成コンテンツは誤りを含む可能性があります。">
            <a:extLst>
              <a:ext uri="{FF2B5EF4-FFF2-40B4-BE49-F238E27FC236}">
                <a16:creationId xmlns:a16="http://schemas.microsoft.com/office/drawing/2014/main" id="{A4AE74E8-F60D-231C-2197-F04E73533D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344" y="955689"/>
            <a:ext cx="1905151" cy="576372"/>
          </a:xfrm>
          <a:prstGeom prst="rect">
            <a:avLst/>
          </a:prstGeom>
        </p:spPr>
      </p:pic>
      <p:pic>
        <p:nvPicPr>
          <p:cNvPr id="14" name="図 13" descr="テキスト&#10;&#10;AI 生成コンテンツは誤りを含む可能性があります。">
            <a:extLst>
              <a:ext uri="{FF2B5EF4-FFF2-40B4-BE49-F238E27FC236}">
                <a16:creationId xmlns:a16="http://schemas.microsoft.com/office/drawing/2014/main" id="{9FF39090-B511-F9B2-4662-F0364F8DC7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0370" y="1722586"/>
            <a:ext cx="1950919" cy="658639"/>
          </a:xfrm>
          <a:prstGeom prst="rect">
            <a:avLst/>
          </a:prstGeom>
        </p:spPr>
      </p:pic>
      <p:pic>
        <p:nvPicPr>
          <p:cNvPr id="6" name="図 5" descr="ダイアグラム&#10;&#10;AI 生成コンテンツは誤りを含む可能性があります。">
            <a:extLst>
              <a:ext uri="{FF2B5EF4-FFF2-40B4-BE49-F238E27FC236}">
                <a16:creationId xmlns:a16="http://schemas.microsoft.com/office/drawing/2014/main" id="{7A5332E1-CE97-A07C-97C4-328F05E003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9274" y="2450665"/>
            <a:ext cx="2743022" cy="2187097"/>
          </a:xfrm>
          <a:prstGeom prst="rect">
            <a:avLst/>
          </a:prstGeom>
        </p:spPr>
      </p:pic>
      <p:pic>
        <p:nvPicPr>
          <p:cNvPr id="8" name="図 7" descr="タイムライン&#10;&#10;AI 生成コンテンツは誤りを含む可能性があります。">
            <a:extLst>
              <a:ext uri="{FF2B5EF4-FFF2-40B4-BE49-F238E27FC236}">
                <a16:creationId xmlns:a16="http://schemas.microsoft.com/office/drawing/2014/main" id="{D9FF3EED-3149-29D9-720E-E3231458225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4427" y="3198177"/>
            <a:ext cx="3497169" cy="1743995"/>
          </a:xfrm>
          <a:prstGeom prst="rect">
            <a:avLst/>
          </a:prstGeom>
        </p:spPr>
      </p:pic>
    </p:spTree>
    <p:extLst>
      <p:ext uri="{BB962C8B-B14F-4D97-AF65-F5344CB8AC3E}">
        <p14:creationId xmlns:p14="http://schemas.microsoft.com/office/powerpoint/2010/main" val="3232883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FDF23-C56A-C110-6952-1A173F210DE9}"/>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4888B657-556D-3734-7F36-DD6A5D0F6FC5}"/>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ASPICE </a:t>
            </a:r>
            <a:r>
              <a:rPr lang="zh-CN" altLang="en-US" dirty="0">
                <a:latin typeface="微软雅黑" panose="020B0503020204020204" pitchFamily="34" charset="-122"/>
                <a:ea typeface="微软雅黑" panose="020B0503020204020204" pitchFamily="34" charset="-122"/>
              </a:rPr>
              <a:t>过程等级及其在</a:t>
            </a:r>
            <a:r>
              <a:rPr lang="en-US" altLang="zh-CN" dirty="0">
                <a:latin typeface="微软雅黑" panose="020B0503020204020204" pitchFamily="34" charset="-122"/>
                <a:ea typeface="微软雅黑" panose="020B0503020204020204" pitchFamily="34" charset="-122"/>
              </a:rPr>
              <a:t>FNST</a:t>
            </a:r>
            <a:r>
              <a:rPr lang="zh-CN" altLang="en-US" dirty="0">
                <a:latin typeface="微软雅黑" panose="020B0503020204020204" pitchFamily="34" charset="-122"/>
                <a:ea typeface="微软雅黑" panose="020B0503020204020204" pitchFamily="34" charset="-122"/>
              </a:rPr>
              <a:t>中的运用</a:t>
            </a:r>
          </a:p>
        </p:txBody>
      </p:sp>
      <p:sp>
        <p:nvSpPr>
          <p:cNvPr id="4" name="页脚占位符 3">
            <a:extLst>
              <a:ext uri="{FF2B5EF4-FFF2-40B4-BE49-F238E27FC236}">
                <a16:creationId xmlns:a16="http://schemas.microsoft.com/office/drawing/2014/main" id="{4E11B0E8-9205-98A9-A52A-C2981F525AC8}"/>
              </a:ext>
            </a:extLst>
          </p:cNvPr>
          <p:cNvSpPr>
            <a:spLocks noGrp="1"/>
          </p:cNvSpPr>
          <p:nvPr>
            <p:ph type="ftr" sz="quarter" idx="11"/>
          </p:nvPr>
        </p:nvSpPr>
        <p:spPr/>
        <p:txBody>
          <a:bodyPr/>
          <a:lstStyle/>
          <a:p>
            <a:r>
              <a:rPr lang="en-US" altLang="ja-JP" dirty="0">
                <a:ea typeface="Tahoma" panose="020B0604030504040204" pitchFamily="34" charset="0"/>
              </a:rPr>
              <a:t>© 2025 FNST</a:t>
            </a:r>
            <a:endParaRPr lang="de-DE" altLang="ja-JP" dirty="0">
              <a:ea typeface="Tahoma" panose="020B0604030504040204" pitchFamily="34" charset="0"/>
            </a:endParaRPr>
          </a:p>
        </p:txBody>
      </p:sp>
      <p:sp>
        <p:nvSpPr>
          <p:cNvPr id="5" name="灯片编号占位符 4">
            <a:extLst>
              <a:ext uri="{FF2B5EF4-FFF2-40B4-BE49-F238E27FC236}">
                <a16:creationId xmlns:a16="http://schemas.microsoft.com/office/drawing/2014/main" id="{3271D4FD-ABEB-4426-F950-79AFC5A5F4C8}"/>
              </a:ext>
            </a:extLst>
          </p:cNvPr>
          <p:cNvSpPr>
            <a:spLocks noGrp="1"/>
          </p:cNvSpPr>
          <p:nvPr>
            <p:ph type="sldNum" sz="quarter" idx="12"/>
          </p:nvPr>
        </p:nvSpPr>
        <p:spPr/>
        <p:txBody>
          <a:bodyPr/>
          <a:lstStyle/>
          <a:p>
            <a:fld id="{4D029D89-7B63-4C94-AD4D-2E4D6BB83637}" type="slidenum">
              <a:rPr kumimoji="1" lang="ja-JP" altLang="en-US" smtClean="0"/>
              <a:pPr/>
              <a:t>12</a:t>
            </a:fld>
            <a:endParaRPr kumimoji="1" lang="ja-JP" altLang="en-US"/>
          </a:p>
        </p:txBody>
      </p:sp>
      <p:sp>
        <p:nvSpPr>
          <p:cNvPr id="2" name="副标题 6">
            <a:extLst>
              <a:ext uri="{FF2B5EF4-FFF2-40B4-BE49-F238E27FC236}">
                <a16:creationId xmlns:a16="http://schemas.microsoft.com/office/drawing/2014/main" id="{E28E32E5-AB28-E797-8706-976A520D06B7}"/>
              </a:ext>
            </a:extLst>
          </p:cNvPr>
          <p:cNvSpPr>
            <a:spLocks noGrp="1"/>
          </p:cNvSpPr>
          <p:nvPr>
            <p:ph type="subTitle" idx="1"/>
          </p:nvPr>
        </p:nvSpPr>
        <p:spPr>
          <a:xfrm>
            <a:off x="234000" y="2710800"/>
            <a:ext cx="8280000" cy="1447200"/>
          </a:xfrm>
        </p:spPr>
        <p:txBody>
          <a:bodyPr vert="horz" lIns="0" tIns="0" rIns="0" bIns="0" rtlCol="0">
            <a:noAutofit/>
          </a:bodyPr>
          <a:lstStyle/>
          <a:p>
            <a:pPr marL="685800" lvl="1" indent="-342900" algn="l">
              <a:buClr>
                <a:schemeClr val="bg1"/>
              </a:buClr>
              <a:buChar char="l"/>
            </a:pPr>
            <a:r>
              <a:rPr lang="en-US" altLang="zh-CN" sz="2000" dirty="0">
                <a:solidFill>
                  <a:schemeClr val="bg1"/>
                </a:solidFill>
                <a:latin typeface="微软雅黑" panose="020B0503020204020204" pitchFamily="34" charset="-122"/>
                <a:ea typeface="微软雅黑" panose="020B0503020204020204" pitchFamily="34" charset="-122"/>
              </a:rPr>
              <a:t>CL1(PA1.1)</a:t>
            </a:r>
            <a:r>
              <a:rPr lang="zh-CN" altLang="en-US" sz="2000" dirty="0">
                <a:solidFill>
                  <a:schemeClr val="bg1"/>
                </a:solidFill>
                <a:latin typeface="微软雅黑" panose="020B0503020204020204" pitchFamily="34" charset="-122"/>
                <a:ea typeface="微软雅黑" panose="020B0503020204020204" pitchFamily="34" charset="-122"/>
              </a:rPr>
              <a:t>过程</a:t>
            </a:r>
            <a:endParaRPr lang="en-US" altLang="zh-CN" sz="2000" dirty="0">
              <a:solidFill>
                <a:schemeClr val="bg1"/>
              </a:solidFill>
              <a:latin typeface="微软雅黑" panose="020B0503020204020204" pitchFamily="34" charset="-122"/>
              <a:ea typeface="微软雅黑" panose="020B0503020204020204" pitchFamily="34" charset="-122"/>
            </a:endParaRPr>
          </a:p>
          <a:p>
            <a:pPr marL="685800" lvl="1" indent="-342900" algn="l">
              <a:buClr>
                <a:schemeClr val="bg1"/>
              </a:buClr>
              <a:buChar char="l"/>
            </a:pPr>
            <a:r>
              <a:rPr lang="en-US" altLang="zh-CN" sz="2000" dirty="0">
                <a:solidFill>
                  <a:schemeClr val="bg1"/>
                </a:solidFill>
                <a:latin typeface="微软雅黑" panose="020B0503020204020204" pitchFamily="34" charset="-122"/>
                <a:ea typeface="微软雅黑" panose="020B0503020204020204" pitchFamily="34" charset="-122"/>
              </a:rPr>
              <a:t>CL2(PA2.1 PA2.2)</a:t>
            </a:r>
            <a:r>
              <a:rPr lang="zh-CN" altLang="en-US" sz="2000" dirty="0">
                <a:solidFill>
                  <a:schemeClr val="bg1"/>
                </a:solidFill>
                <a:latin typeface="微软雅黑" panose="020B0503020204020204" pitchFamily="34" charset="-122"/>
                <a:ea typeface="微软雅黑" panose="020B0503020204020204" pitchFamily="34" charset="-122"/>
              </a:rPr>
              <a:t>过程</a:t>
            </a:r>
            <a:endParaRPr lang="en-US" altLang="zh-CN" sz="2000" dirty="0">
              <a:solidFill>
                <a:schemeClr val="bg1"/>
              </a:solidFill>
              <a:latin typeface="微软雅黑" panose="020B0503020204020204" pitchFamily="34" charset="-122"/>
              <a:ea typeface="微软雅黑" panose="020B0503020204020204" pitchFamily="34" charset="-122"/>
            </a:endParaRPr>
          </a:p>
          <a:p>
            <a:pPr marL="685800" lvl="1" indent="-342900" algn="l">
              <a:buClr>
                <a:schemeClr val="bg1"/>
              </a:buClr>
              <a:buChar char="l"/>
            </a:pPr>
            <a:r>
              <a:rPr lang="en-US" altLang="zh-CN" sz="2000" dirty="0">
                <a:solidFill>
                  <a:schemeClr val="bg1"/>
                </a:solidFill>
                <a:latin typeface="微软雅黑" panose="020B0503020204020204" pitchFamily="34" charset="-122"/>
                <a:ea typeface="微软雅黑" panose="020B0503020204020204" pitchFamily="34" charset="-122"/>
              </a:rPr>
              <a:t>CL3(PA3.1 PA3.2)</a:t>
            </a:r>
            <a:r>
              <a:rPr lang="zh-CN" altLang="en-US" sz="2000" dirty="0">
                <a:solidFill>
                  <a:schemeClr val="bg1"/>
                </a:solidFill>
                <a:latin typeface="微软雅黑" panose="020B0503020204020204" pitchFamily="34" charset="-122"/>
                <a:ea typeface="微软雅黑" panose="020B0503020204020204" pitchFamily="34" charset="-122"/>
              </a:rPr>
              <a:t>过程</a:t>
            </a:r>
            <a:endParaRPr lang="en-US" altLang="zh-CN" sz="20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5626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FC922-3FC6-4D64-CF9E-92D664C4B84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0FB033-F107-E446-9D53-77472514E508}"/>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5BF34506-08BA-7962-14C8-AACF3B3BAADC}"/>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624235C5-1B89-16FD-7817-F407579A4B70}"/>
              </a:ext>
            </a:extLst>
          </p:cNvPr>
          <p:cNvSpPr>
            <a:spLocks noGrp="1"/>
          </p:cNvSpPr>
          <p:nvPr>
            <p:ph type="sldNum" sz="quarter" idx="4"/>
          </p:nvPr>
        </p:nvSpPr>
        <p:spPr/>
        <p:txBody>
          <a:bodyPr/>
          <a:lstStyle/>
          <a:p>
            <a:fld id="{4D029D89-7B63-4C94-AD4D-2E4D6BB83637}" type="slidenum">
              <a:rPr kumimoji="1" lang="ja-JP" altLang="en-US" smtClean="0"/>
              <a:pPr/>
              <a:t>13</a:t>
            </a:fld>
            <a:endParaRPr kumimoji="1" lang="ja-JP" altLang="en-US"/>
          </a:p>
        </p:txBody>
      </p:sp>
      <p:sp>
        <p:nvSpPr>
          <p:cNvPr id="11" name="コンテンツ プレースホルダー 10">
            <a:extLst>
              <a:ext uri="{FF2B5EF4-FFF2-40B4-BE49-F238E27FC236}">
                <a16:creationId xmlns:a16="http://schemas.microsoft.com/office/drawing/2014/main" id="{9A376439-170A-3409-5474-E93A6452D635}"/>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PA1.1</a:t>
            </a:r>
            <a:r>
              <a:rPr lang="zh-CN" altLang="en-US" dirty="0">
                <a:solidFill>
                  <a:srgbClr val="2400B0"/>
                </a:solidFill>
                <a:latin typeface="Microsoft YaHei" panose="020B0503020204020204" pitchFamily="34" charset="-122"/>
                <a:ea typeface="Microsoft YaHei" panose="020B0503020204020204" pitchFamily="34" charset="-122"/>
              </a:rPr>
              <a:t>过程构成</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以软件工程过程组为例</a:t>
            </a:r>
            <a:r>
              <a:rPr lang="en-US" altLang="zh-CN" sz="1200" dirty="0">
                <a:solidFill>
                  <a:srgbClr val="2400B0"/>
                </a:solidFill>
                <a:latin typeface="Microsoft YaHei" panose="020B0503020204020204" pitchFamily="34" charset="-122"/>
                <a:ea typeface="Microsoft YaHei" panose="020B0503020204020204" pitchFamily="34" charset="-122"/>
              </a:rPr>
              <a:t>)</a:t>
            </a:r>
          </a:p>
          <a:p>
            <a:pPr marL="0" indent="0">
              <a:buNone/>
            </a:pPr>
            <a:endParaRPr lang="en-US" altLang="ja-JP" sz="1200" dirty="0"/>
          </a:p>
          <a:p>
            <a:pPr marL="0" indent="0">
              <a:buNone/>
            </a:pPr>
            <a:endParaRPr lang="en-US" altLang="ja-JP" dirty="0">
              <a:solidFill>
                <a:srgbClr val="2400B0"/>
              </a:solidFill>
            </a:endParaRPr>
          </a:p>
          <a:p>
            <a:pPr marL="0" indent="0">
              <a:buNone/>
            </a:pPr>
            <a:endParaRPr lang="ja-JP" altLang="en-US" dirty="0"/>
          </a:p>
        </p:txBody>
      </p:sp>
      <p:sp>
        <p:nvSpPr>
          <p:cNvPr id="16" name="正方形/長方形 15">
            <a:hlinkClick r:id="rId3" action="ppaction://hlinkfile"/>
            <a:extLst>
              <a:ext uri="{FF2B5EF4-FFF2-40B4-BE49-F238E27FC236}">
                <a16:creationId xmlns:a16="http://schemas.microsoft.com/office/drawing/2014/main" id="{D1239F7C-AA86-1470-B9CD-1196CD0D75EF}"/>
              </a:ext>
            </a:extLst>
          </p:cNvPr>
          <p:cNvSpPr/>
          <p:nvPr/>
        </p:nvSpPr>
        <p:spPr>
          <a:xfrm>
            <a:off x="63655" y="4712426"/>
            <a:ext cx="2584158"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过程详细参考：</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VDA SCOPE</a:t>
            </a:r>
            <a:r>
              <a:rPr kumimoji="1" lang="zh-CN" altLang="en-US" sz="800" dirty="0">
                <a:solidFill>
                  <a:schemeClr val="tx1"/>
                </a:solidFill>
                <a:latin typeface="Microsoft YaHei" panose="020B0503020204020204" pitchFamily="34" charset="-122"/>
                <a:ea typeface="Microsoft YaHei" panose="020B0503020204020204" pitchFamily="34" charset="-122"/>
                <a:hlinkClick r:id="rId4" action="ppaction://hlinkfile"/>
              </a:rPr>
              <a:t>过程</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30" name="図 29" descr="タイムライン&#10;&#10;AI 生成コンテンツは誤りを含む可能性があります。">
            <a:extLst>
              <a:ext uri="{FF2B5EF4-FFF2-40B4-BE49-F238E27FC236}">
                <a16:creationId xmlns:a16="http://schemas.microsoft.com/office/drawing/2014/main" id="{A304F9CC-C17C-1358-82F0-1C904D0167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2049" y="1176833"/>
            <a:ext cx="7194920" cy="3473629"/>
          </a:xfrm>
          <a:prstGeom prst="rect">
            <a:avLst/>
          </a:prstGeom>
        </p:spPr>
      </p:pic>
      <p:sp>
        <p:nvSpPr>
          <p:cNvPr id="31" name="正方形/長方形 30">
            <a:extLst>
              <a:ext uri="{FF2B5EF4-FFF2-40B4-BE49-F238E27FC236}">
                <a16:creationId xmlns:a16="http://schemas.microsoft.com/office/drawing/2014/main" id="{AD0819A2-F83E-9948-1373-79C51E4B3EA6}"/>
              </a:ext>
            </a:extLst>
          </p:cNvPr>
          <p:cNvSpPr/>
          <p:nvPr/>
        </p:nvSpPr>
        <p:spPr>
          <a:xfrm>
            <a:off x="638175" y="1530350"/>
            <a:ext cx="1060450" cy="17907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32" name="正方形/長方形 31">
            <a:extLst>
              <a:ext uri="{FF2B5EF4-FFF2-40B4-BE49-F238E27FC236}">
                <a16:creationId xmlns:a16="http://schemas.microsoft.com/office/drawing/2014/main" id="{46F7525F-E9D8-13C6-24E6-3E512708E0C8}"/>
              </a:ext>
            </a:extLst>
          </p:cNvPr>
          <p:cNvSpPr/>
          <p:nvPr/>
        </p:nvSpPr>
        <p:spPr>
          <a:xfrm>
            <a:off x="1787524" y="2625725"/>
            <a:ext cx="2514475" cy="11049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33" name="正方形/長方形 32">
            <a:extLst>
              <a:ext uri="{FF2B5EF4-FFF2-40B4-BE49-F238E27FC236}">
                <a16:creationId xmlns:a16="http://schemas.microsoft.com/office/drawing/2014/main" id="{A0719EAD-0669-2DB0-8773-DF6004E3E55B}"/>
              </a:ext>
            </a:extLst>
          </p:cNvPr>
          <p:cNvSpPr/>
          <p:nvPr/>
        </p:nvSpPr>
        <p:spPr>
          <a:xfrm>
            <a:off x="6448424" y="1504950"/>
            <a:ext cx="1082675" cy="35877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34" name="正方形/長方形 33">
            <a:extLst>
              <a:ext uri="{FF2B5EF4-FFF2-40B4-BE49-F238E27FC236}">
                <a16:creationId xmlns:a16="http://schemas.microsoft.com/office/drawing/2014/main" id="{A01D2E81-54EB-5841-5677-3FBB2372DEAC}"/>
              </a:ext>
            </a:extLst>
          </p:cNvPr>
          <p:cNvSpPr/>
          <p:nvPr/>
        </p:nvSpPr>
        <p:spPr>
          <a:xfrm>
            <a:off x="7657748" y="1504951"/>
            <a:ext cx="1186706" cy="415290"/>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chemeClr val="tx1"/>
                </a:solidFill>
                <a:latin typeface="Microsoft YaHei" panose="020B0503020204020204" pitchFamily="34" charset="-122"/>
                <a:ea typeface="Microsoft YaHei" panose="020B0503020204020204" pitchFamily="34" charset="-122"/>
              </a:rPr>
              <a:t>图中所有过程均为</a:t>
            </a:r>
            <a:r>
              <a:rPr kumimoji="1" lang="en-US" altLang="zh-CN" sz="1000" dirty="0">
                <a:solidFill>
                  <a:schemeClr val="tx1"/>
                </a:solidFill>
                <a:latin typeface="Microsoft YaHei" panose="020B0503020204020204" pitchFamily="34" charset="-122"/>
                <a:ea typeface="Microsoft YaHei" panose="020B0503020204020204" pitchFamily="34" charset="-122"/>
              </a:rPr>
              <a:t>PA1.1</a:t>
            </a:r>
            <a:r>
              <a:rPr kumimoji="1" lang="zh-CN" altLang="en-US" sz="1000" dirty="0">
                <a:solidFill>
                  <a:schemeClr val="tx1"/>
                </a:solidFill>
                <a:latin typeface="Microsoft YaHei" panose="020B0503020204020204" pitchFamily="34" charset="-122"/>
                <a:ea typeface="Microsoft YaHei" panose="020B0503020204020204" pitchFamily="34" charset="-122"/>
              </a:rPr>
              <a:t>的内容。</a:t>
            </a:r>
            <a:endParaRPr kumimoji="1" lang="en-US" altLang="zh-CN" sz="1000" dirty="0">
              <a:solidFill>
                <a:schemeClr val="tx1"/>
              </a:solidFill>
              <a:latin typeface="Microsoft YaHei" panose="020B0503020204020204" pitchFamily="34" charset="-122"/>
              <a:ea typeface="Microsoft YaHei" panose="020B0503020204020204" pitchFamily="34" charset="-122"/>
            </a:endParaRPr>
          </a:p>
        </p:txBody>
      </p:sp>
      <p:sp>
        <p:nvSpPr>
          <p:cNvPr id="38" name="楕円 37">
            <a:extLst>
              <a:ext uri="{FF2B5EF4-FFF2-40B4-BE49-F238E27FC236}">
                <a16:creationId xmlns:a16="http://schemas.microsoft.com/office/drawing/2014/main" id="{4C4FF139-0A9C-78A2-49F0-3BEF1B31F887}"/>
              </a:ext>
            </a:extLst>
          </p:cNvPr>
          <p:cNvSpPr/>
          <p:nvPr/>
        </p:nvSpPr>
        <p:spPr>
          <a:xfrm>
            <a:off x="2870200" y="2738967"/>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1</a:t>
            </a:r>
            <a:endParaRPr kumimoji="1" lang="ja-JP" altLang="en-US" sz="1200" dirty="0">
              <a:solidFill>
                <a:schemeClr val="tx1"/>
              </a:solidFill>
            </a:endParaRPr>
          </a:p>
        </p:txBody>
      </p:sp>
      <p:sp>
        <p:nvSpPr>
          <p:cNvPr id="39" name="楕円 38">
            <a:extLst>
              <a:ext uri="{FF2B5EF4-FFF2-40B4-BE49-F238E27FC236}">
                <a16:creationId xmlns:a16="http://schemas.microsoft.com/office/drawing/2014/main" id="{0D176B46-AFD4-DA01-EFDE-FCCB0F2AE678}"/>
              </a:ext>
            </a:extLst>
          </p:cNvPr>
          <p:cNvSpPr/>
          <p:nvPr/>
        </p:nvSpPr>
        <p:spPr>
          <a:xfrm>
            <a:off x="1423458" y="1817158"/>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2</a:t>
            </a:r>
            <a:endParaRPr kumimoji="1" lang="ja-JP" altLang="en-US" sz="1200" dirty="0">
              <a:solidFill>
                <a:schemeClr val="tx1"/>
              </a:solidFill>
            </a:endParaRPr>
          </a:p>
        </p:txBody>
      </p:sp>
      <p:sp>
        <p:nvSpPr>
          <p:cNvPr id="40" name="楕円 39">
            <a:extLst>
              <a:ext uri="{FF2B5EF4-FFF2-40B4-BE49-F238E27FC236}">
                <a16:creationId xmlns:a16="http://schemas.microsoft.com/office/drawing/2014/main" id="{DF9CB633-6A5D-55FC-8301-D975284740CE}"/>
              </a:ext>
            </a:extLst>
          </p:cNvPr>
          <p:cNvSpPr/>
          <p:nvPr/>
        </p:nvSpPr>
        <p:spPr>
          <a:xfrm>
            <a:off x="7347282" y="1498471"/>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2</a:t>
            </a:r>
            <a:endParaRPr kumimoji="1" lang="ja-JP" altLang="en-US" sz="1200" dirty="0">
              <a:solidFill>
                <a:schemeClr val="tx1"/>
              </a:solidFill>
            </a:endParaRPr>
          </a:p>
        </p:txBody>
      </p:sp>
      <p:pic>
        <p:nvPicPr>
          <p:cNvPr id="41" name="グラフィックス 40" descr="チェック マーク 単色塗りつぶし">
            <a:extLst>
              <a:ext uri="{FF2B5EF4-FFF2-40B4-BE49-F238E27FC236}">
                <a16:creationId xmlns:a16="http://schemas.microsoft.com/office/drawing/2014/main" id="{CB548BAB-D463-84CF-EEC3-8DEA1E224468}"/>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647813" y="2504880"/>
            <a:ext cx="914400" cy="914400"/>
          </a:xfrm>
          <a:prstGeom prst="rect">
            <a:avLst/>
          </a:prstGeom>
        </p:spPr>
      </p:pic>
      <p:sp>
        <p:nvSpPr>
          <p:cNvPr id="5" name="正方形/長方形 4">
            <a:extLst>
              <a:ext uri="{FF2B5EF4-FFF2-40B4-BE49-F238E27FC236}">
                <a16:creationId xmlns:a16="http://schemas.microsoft.com/office/drawing/2014/main" id="{8A576803-FFFF-5C78-5ECB-E86B741639B9}"/>
              </a:ext>
            </a:extLst>
          </p:cNvPr>
          <p:cNvSpPr/>
          <p:nvPr/>
        </p:nvSpPr>
        <p:spPr>
          <a:xfrm>
            <a:off x="7672897" y="2360085"/>
            <a:ext cx="1171557" cy="33358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chemeClr val="tx1"/>
                </a:solidFill>
                <a:latin typeface="Microsoft YaHei" panose="020B0503020204020204" pitchFamily="34" charset="-122"/>
                <a:ea typeface="Microsoft YaHei" panose="020B0503020204020204" pitchFamily="34" charset="-122"/>
              </a:rPr>
              <a:t>本次教育内容为红框范围。</a:t>
            </a:r>
            <a:endParaRPr kumimoji="1" lang="ja-JP" altLang="en-US" sz="10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615369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702FE-12C1-E38D-7E51-237C94D98D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B49995-A0A5-7812-9608-D107DD52EC2E}"/>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4AB09ECA-BD64-0DD1-9C24-BBDE50E73F76}"/>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1D7E4436-77E0-BC6E-984A-B5F4939CCAED}"/>
              </a:ext>
            </a:extLst>
          </p:cNvPr>
          <p:cNvSpPr>
            <a:spLocks noGrp="1"/>
          </p:cNvSpPr>
          <p:nvPr>
            <p:ph type="sldNum" sz="quarter" idx="4"/>
          </p:nvPr>
        </p:nvSpPr>
        <p:spPr/>
        <p:txBody>
          <a:bodyPr/>
          <a:lstStyle/>
          <a:p>
            <a:fld id="{4D029D89-7B63-4C94-AD4D-2E4D6BB83637}" type="slidenum">
              <a:rPr kumimoji="1" lang="ja-JP" altLang="en-US" smtClean="0"/>
              <a:pPr/>
              <a:t>14</a:t>
            </a:fld>
            <a:endParaRPr kumimoji="1" lang="ja-JP" altLang="en-US"/>
          </a:p>
        </p:txBody>
      </p:sp>
      <p:sp>
        <p:nvSpPr>
          <p:cNvPr id="11" name="コンテンツ プレースホルダー 10">
            <a:extLst>
              <a:ext uri="{FF2B5EF4-FFF2-40B4-BE49-F238E27FC236}">
                <a16:creationId xmlns:a16="http://schemas.microsoft.com/office/drawing/2014/main" id="{F69BD0BB-69D7-8EF2-5E21-19FDA06CBF48}"/>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过程描述模板</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aphicFrame>
        <p:nvGraphicFramePr>
          <p:cNvPr id="5" name="表 4">
            <a:extLst>
              <a:ext uri="{FF2B5EF4-FFF2-40B4-BE49-F238E27FC236}">
                <a16:creationId xmlns:a16="http://schemas.microsoft.com/office/drawing/2014/main" id="{CC9FE5DE-51F7-2CA7-8B1E-E2790F3E80F0}"/>
              </a:ext>
            </a:extLst>
          </p:cNvPr>
          <p:cNvGraphicFramePr>
            <a:graphicFrameLocks noGrp="1"/>
          </p:cNvGraphicFramePr>
          <p:nvPr>
            <p:extLst>
              <p:ext uri="{D42A27DB-BD31-4B8C-83A1-F6EECF244321}">
                <p14:modId xmlns:p14="http://schemas.microsoft.com/office/powerpoint/2010/main" val="2911682157"/>
              </p:ext>
            </p:extLst>
          </p:nvPr>
        </p:nvGraphicFramePr>
        <p:xfrm>
          <a:off x="734936" y="1236135"/>
          <a:ext cx="6096000" cy="3312160"/>
        </p:xfrm>
        <a:graphic>
          <a:graphicData uri="http://schemas.openxmlformats.org/drawingml/2006/table">
            <a:tbl>
              <a:tblPr firstRow="1" bandRow="1">
                <a:tableStyleId>{C4B1156A-380E-4F78-BDF5-A606A8083BF9}</a:tableStyleId>
              </a:tblPr>
              <a:tblGrid>
                <a:gridCol w="1381247">
                  <a:extLst>
                    <a:ext uri="{9D8B030D-6E8A-4147-A177-3AD203B41FA5}">
                      <a16:colId xmlns:a16="http://schemas.microsoft.com/office/drawing/2014/main" val="2515361088"/>
                    </a:ext>
                  </a:extLst>
                </a:gridCol>
                <a:gridCol w="1129937">
                  <a:extLst>
                    <a:ext uri="{9D8B030D-6E8A-4147-A177-3AD203B41FA5}">
                      <a16:colId xmlns:a16="http://schemas.microsoft.com/office/drawing/2014/main" val="2844542742"/>
                    </a:ext>
                  </a:extLst>
                </a:gridCol>
                <a:gridCol w="3584816">
                  <a:extLst>
                    <a:ext uri="{9D8B030D-6E8A-4147-A177-3AD203B41FA5}">
                      <a16:colId xmlns:a16="http://schemas.microsoft.com/office/drawing/2014/main" val="924176660"/>
                    </a:ext>
                  </a:extLst>
                </a:gridCol>
              </a:tblGrid>
              <a:tr h="370840">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u="none" strike="noStrike" kern="1200" baseline="0" dirty="0">
                          <a:solidFill>
                            <a:schemeClr val="tx1"/>
                          </a:solidFill>
                          <a:latin typeface="Microsoft YaHei" panose="020B0503020204020204" pitchFamily="34" charset="-122"/>
                          <a:ea typeface="Microsoft YaHei" panose="020B0503020204020204" pitchFamily="34" charset="-122"/>
                        </a:rPr>
                        <a:t>过程参考模型	</a:t>
                      </a:r>
                      <a:endParaRPr kumimoji="1" lang="zh-CN" altLang="en-US" sz="135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过程标识符</a:t>
                      </a:r>
                      <a:endPar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row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各个过程都有唯一的过程标识符和过程名称。提供了过程目的说明，并定义了过程结果，以表示汽车</a:t>
                      </a: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SPICE </a:t>
                      </a: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过程参考模型的过程维度。过程</a:t>
                      </a: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a:t>
                      </a: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和名称的背景颜色表示分配到相应的过程组。	</a:t>
                      </a:r>
                    </a:p>
                  </a:txBody>
                  <a:tcPr/>
                </a:tc>
                <a:extLst>
                  <a:ext uri="{0D108BD9-81ED-4DB2-BD59-A6C34878D82A}">
                    <a16:rowId xmlns:a16="http://schemas.microsoft.com/office/drawing/2014/main" val="111276591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过程名称</a:t>
                      </a:r>
                      <a:endPar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vMerge="1">
                  <a:txBody>
                    <a:bodyPr/>
                    <a:lstStyle/>
                    <a:p>
                      <a:endParaRPr kumimoji="1" lang="ja-JP" altLang="en-US" dirty="0"/>
                    </a:p>
                  </a:txBody>
                  <a:tcPr/>
                </a:tc>
                <a:extLst>
                  <a:ext uri="{0D108BD9-81ED-4DB2-BD59-A6C34878D82A}">
                    <a16:rowId xmlns:a16="http://schemas.microsoft.com/office/drawing/2014/main" val="365921015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过程目的</a:t>
                      </a:r>
                      <a:endPar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vMerge="1">
                  <a:txBody>
                    <a:bodyPr/>
                    <a:lstStyle/>
                    <a:p>
                      <a:endParaRPr kumimoji="1" lang="ja-JP" altLang="en-US" dirty="0"/>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过程结果 </a:t>
                      </a:r>
                      <a:endPar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vMerge="1">
                  <a:txBody>
                    <a:bodyPr/>
                    <a:lstStyle/>
                    <a:p>
                      <a:endParaRPr kumimoji="1" lang="ja-JP" altLang="en-US" dirty="0"/>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过程实施指标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基本实践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BP(</a:t>
                      </a:r>
                      <a:r>
                        <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Base Practices</a:t>
                      </a: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p>
                    <a:p>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过程的一套基本惯例，定义了为实现过程目的和过程结果而要开展的活动。</a:t>
                      </a:r>
                    </a:p>
                    <a:p>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基本惯例标题在过程结束时进行总结，以展示其与过程结果的关系。	</a:t>
                      </a:r>
                    </a:p>
                  </a:txBody>
                  <a:tcPr/>
                </a:tc>
                <a:extLst>
                  <a:ext uri="{0D108BD9-81ED-4DB2-BD59-A6C34878D82A}">
                    <a16:rowId xmlns:a16="http://schemas.microsoft.com/office/drawing/2014/main" val="2847911831"/>
                  </a:ext>
                </a:extLst>
              </a:tr>
              <a:tr h="37084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与完成过程目的和实现过程结果相关的输出信息项，在过程结束时进行汇总，以显示其与过程结果的关系。	</a:t>
                      </a:r>
                    </a:p>
                  </a:txBody>
                  <a:tcPr/>
                </a:tc>
                <a:extLst>
                  <a:ext uri="{0D108BD9-81ED-4DB2-BD59-A6C34878D82A}">
                    <a16:rowId xmlns:a16="http://schemas.microsoft.com/office/drawing/2014/main" val="2088567643"/>
                  </a:ext>
                </a:extLst>
              </a:tr>
            </a:tbl>
          </a:graphicData>
        </a:graphic>
      </p:graphicFrame>
    </p:spTree>
    <p:extLst>
      <p:ext uri="{BB962C8B-B14F-4D97-AF65-F5344CB8AC3E}">
        <p14:creationId xmlns:p14="http://schemas.microsoft.com/office/powerpoint/2010/main" val="32779021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6ED640-9668-43CA-1F24-E0A0D219FF8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FBB3067-823A-DE92-8127-4DE81800F937}"/>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0C4CAFF5-2D3E-A5E5-7D07-F8DA43873842}"/>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7EED1EB6-D27B-AACF-153B-399B4E43A024}"/>
              </a:ext>
            </a:extLst>
          </p:cNvPr>
          <p:cNvSpPr>
            <a:spLocks noGrp="1"/>
          </p:cNvSpPr>
          <p:nvPr>
            <p:ph type="sldNum" sz="quarter" idx="4"/>
          </p:nvPr>
        </p:nvSpPr>
        <p:spPr/>
        <p:txBody>
          <a:bodyPr/>
          <a:lstStyle/>
          <a:p>
            <a:fld id="{4D029D89-7B63-4C94-AD4D-2E4D6BB83637}" type="slidenum">
              <a:rPr kumimoji="1" lang="ja-JP" altLang="en-US" smtClean="0"/>
              <a:pPr/>
              <a:t>15</a:t>
            </a:fld>
            <a:endParaRPr kumimoji="1" lang="ja-JP" altLang="en-US"/>
          </a:p>
        </p:txBody>
      </p:sp>
      <p:sp>
        <p:nvSpPr>
          <p:cNvPr id="11" name="コンテンツ プレースホルダー 10">
            <a:extLst>
              <a:ext uri="{FF2B5EF4-FFF2-40B4-BE49-F238E27FC236}">
                <a16:creationId xmlns:a16="http://schemas.microsoft.com/office/drawing/2014/main" id="{53BBFCAA-A1C7-D181-F40D-EB1667B00D70}"/>
              </a:ext>
            </a:extLst>
          </p:cNvPr>
          <p:cNvSpPr>
            <a:spLocks noGrp="1"/>
          </p:cNvSpPr>
          <p:nvPr>
            <p:ph idx="1"/>
          </p:nvPr>
        </p:nvSpPr>
        <p:spPr>
          <a:xfrm>
            <a:off x="230400" y="750438"/>
            <a:ext cx="8679600" cy="4198933"/>
          </a:xfrm>
        </p:spPr>
        <p:txBody>
          <a:bodyPr/>
          <a:lstStyle/>
          <a:p>
            <a:r>
              <a:rPr lang="en-US" altLang="zh-CN" dirty="0">
                <a:latin typeface="Microsoft YaHei" panose="020B0503020204020204" pitchFamily="34" charset="-122"/>
                <a:ea typeface="Microsoft YaHei" panose="020B0503020204020204" pitchFamily="34" charset="-122"/>
              </a:rPr>
              <a:t>SWE.1 </a:t>
            </a:r>
            <a:r>
              <a:rPr lang="zh-CN" altLang="en-US" dirty="0">
                <a:latin typeface="Microsoft YaHei" panose="020B0503020204020204" pitchFamily="34" charset="-122"/>
                <a:ea typeface="Microsoft YaHei" panose="020B0503020204020204" pitchFamily="34" charset="-122"/>
              </a:rPr>
              <a:t>软件需求分析</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aphicFrame>
        <p:nvGraphicFramePr>
          <p:cNvPr id="5" name="表 4">
            <a:extLst>
              <a:ext uri="{FF2B5EF4-FFF2-40B4-BE49-F238E27FC236}">
                <a16:creationId xmlns:a16="http://schemas.microsoft.com/office/drawing/2014/main" id="{70A7F56D-BDD3-92AA-8EDA-9EDC40974F39}"/>
              </a:ext>
            </a:extLst>
          </p:cNvPr>
          <p:cNvGraphicFramePr>
            <a:graphicFrameLocks noGrp="1"/>
          </p:cNvGraphicFramePr>
          <p:nvPr>
            <p:extLst>
              <p:ext uri="{D42A27DB-BD31-4B8C-83A1-F6EECF244321}">
                <p14:modId xmlns:p14="http://schemas.microsoft.com/office/powerpoint/2010/main" val="3107229624"/>
              </p:ext>
            </p:extLst>
          </p:nvPr>
        </p:nvGraphicFramePr>
        <p:xfrm>
          <a:off x="362644" y="1082647"/>
          <a:ext cx="8712777" cy="3622826"/>
        </p:xfrm>
        <a:graphic>
          <a:graphicData uri="http://schemas.openxmlformats.org/drawingml/2006/table">
            <a:tbl>
              <a:tblPr firstRow="1" bandRow="1">
                <a:tableStyleId>{C4B1156A-380E-4F78-BDF5-A606A8083BF9}</a:tableStyleId>
              </a:tblPr>
              <a:tblGrid>
                <a:gridCol w="672587">
                  <a:extLst>
                    <a:ext uri="{9D8B030D-6E8A-4147-A177-3AD203B41FA5}">
                      <a16:colId xmlns:a16="http://schemas.microsoft.com/office/drawing/2014/main" val="2515361088"/>
                    </a:ext>
                  </a:extLst>
                </a:gridCol>
                <a:gridCol w="950323">
                  <a:extLst>
                    <a:ext uri="{9D8B030D-6E8A-4147-A177-3AD203B41FA5}">
                      <a16:colId xmlns:a16="http://schemas.microsoft.com/office/drawing/2014/main" val="2844542742"/>
                    </a:ext>
                  </a:extLst>
                </a:gridCol>
                <a:gridCol w="7089867">
                  <a:extLst>
                    <a:ext uri="{9D8B030D-6E8A-4147-A177-3AD203B41FA5}">
                      <a16:colId xmlns:a16="http://schemas.microsoft.com/office/drawing/2014/main" val="924176660"/>
                    </a:ext>
                  </a:extLst>
                </a:gridCol>
              </a:tblGrid>
              <a:tr h="345223">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过程参考模型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过程标识符</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 </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1112765915"/>
                  </a:ext>
                </a:extLst>
              </a:tr>
              <a:tr h="249131">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过程名称</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软件需求分析</a:t>
                      </a:r>
                    </a:p>
                  </a:txBody>
                  <a:tcPr/>
                </a:tc>
                <a:extLst>
                  <a:ext uri="{0D108BD9-81ED-4DB2-BD59-A6C34878D82A}">
                    <a16:rowId xmlns:a16="http://schemas.microsoft.com/office/drawing/2014/main" val="3659210155"/>
                  </a:ext>
                </a:extLst>
              </a:tr>
              <a:tr h="249131">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过程目的</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建立一套结构化的、经过分析的、与系统需求相一致的软件需求。</a:t>
                      </a:r>
                    </a:p>
                  </a:txBody>
                  <a:tcPr/>
                </a:tc>
                <a:extLst>
                  <a:ext uri="{0D108BD9-81ED-4DB2-BD59-A6C34878D82A}">
                    <a16:rowId xmlns:a16="http://schemas.microsoft.com/office/drawing/2014/main" val="3948535795"/>
                  </a:ext>
                </a:extLst>
              </a:tr>
              <a:tr h="1216344">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过程结果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明确软件需求。</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对软件需求进行结构化和优先排序。</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分析软件需求的正确性和技术可行性。</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分析软件需求对运行环境的影响。</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在软件需求和系统需求之间建立一致性和双向可追溯性。</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6)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在软件需求和系统架构之间建立一致性和双向可追溯性。</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7)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软件需求得到同意，并传达给所有受影响的各方。</a:t>
                      </a:r>
                    </a:p>
                  </a:txBody>
                  <a:tcPr/>
                </a:tc>
                <a:extLst>
                  <a:ext uri="{0D108BD9-81ED-4DB2-BD59-A6C34878D82A}">
                    <a16:rowId xmlns:a16="http://schemas.microsoft.com/office/drawing/2014/main" val="2956120529"/>
                  </a:ext>
                </a:extLst>
              </a:tr>
              <a:tr h="1055142">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过程实施指标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基本实践 </a:t>
                      </a:r>
                    </a:p>
                  </a:txBody>
                  <a:tcPr/>
                </a:tc>
                <a:tc>
                  <a:txBody>
                    <a:bodyPr/>
                    <a:lstStyle/>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SWE.1.BP1</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：明确软件需求。根据已定义的需求特征，确定并记录软件的功能和非功能需求。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SWE.1.BP2</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：构建软件需求。对软件需求进行结构化和优先排序。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SWE.1.BP3</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：分析软件需求。分析指定的软件需求，以确保正确性和技术可行性。</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SWE.1.BP4</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：分析对运行环境的影响。分析软件需求对运行环境中各要素的影响。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SWE.1.BP5</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：确保一致性并建立双向可追溯性。确保软件需求与系统架构之间的一致性并建立双向可追溯性。</a:t>
                      </a: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SWE.1.BP6</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：传达商定的软件要求和对运行环境的影响。				</a:t>
                      </a:r>
                    </a:p>
                  </a:txBody>
                  <a:tcPr/>
                </a:tc>
                <a:extLst>
                  <a:ext uri="{0D108BD9-81ED-4DB2-BD59-A6C34878D82A}">
                    <a16:rowId xmlns:a16="http://schemas.microsoft.com/office/drawing/2014/main" val="2847911831"/>
                  </a:ext>
                </a:extLst>
              </a:tr>
              <a:tr h="397243">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17-00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需求、</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17-54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需求</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属性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15-51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分析结果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一致性证据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2088567643"/>
                  </a:ext>
                </a:extLst>
              </a:tr>
            </a:tbl>
          </a:graphicData>
        </a:graphic>
      </p:graphicFrame>
      <p:sp>
        <p:nvSpPr>
          <p:cNvPr id="6" name="正方形/長方形 5">
            <a:extLst>
              <a:ext uri="{FF2B5EF4-FFF2-40B4-BE49-F238E27FC236}">
                <a16:creationId xmlns:a16="http://schemas.microsoft.com/office/drawing/2014/main" id="{FA73CD6C-181E-74B1-30BC-2E017FFD8888}"/>
              </a:ext>
            </a:extLst>
          </p:cNvPr>
          <p:cNvSpPr/>
          <p:nvPr/>
        </p:nvSpPr>
        <p:spPr>
          <a:xfrm>
            <a:off x="279039" y="4758636"/>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详细参照模型：</a:t>
            </a:r>
            <a:r>
              <a:rPr kumimoji="1" lang="en-US" altLang="zh-CN" sz="800" dirty="0">
                <a:solidFill>
                  <a:schemeClr val="tx1"/>
                </a:solidFill>
                <a:latin typeface="Microsoft YaHei" panose="020B0503020204020204" pitchFamily="34" charset="-122"/>
                <a:ea typeface="Microsoft YaHei" panose="020B0503020204020204" pitchFamily="34" charset="-122"/>
              </a:rPr>
              <a:t>Automotive-SPICE-PAM-v40.pdf</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8" name="図 7" descr="テキスト&#10;&#10;AI 生成コンテンツは誤りを含む可能性があります。">
            <a:extLst>
              <a:ext uri="{FF2B5EF4-FFF2-40B4-BE49-F238E27FC236}">
                <a16:creationId xmlns:a16="http://schemas.microsoft.com/office/drawing/2014/main" id="{E65357F8-A23F-8F57-45B7-FBDFE0C1EA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5205" y="1695348"/>
            <a:ext cx="2607506" cy="1154556"/>
          </a:xfrm>
          <a:prstGeom prst="rect">
            <a:avLst/>
          </a:prstGeom>
        </p:spPr>
      </p:pic>
    </p:spTree>
    <p:extLst>
      <p:ext uri="{BB962C8B-B14F-4D97-AF65-F5344CB8AC3E}">
        <p14:creationId xmlns:p14="http://schemas.microsoft.com/office/powerpoint/2010/main" val="3604983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991E7-79A8-620A-EBA0-41E9A0FADE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575E35-9F30-E177-4C5A-50EA775E54F3}"/>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81E38F23-E8A3-8701-3C39-34CA94DC8604}"/>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383BE175-60FB-36F4-15BA-B2F0D96F0BE4}"/>
              </a:ext>
            </a:extLst>
          </p:cNvPr>
          <p:cNvSpPr>
            <a:spLocks noGrp="1"/>
          </p:cNvSpPr>
          <p:nvPr>
            <p:ph type="sldNum" sz="quarter" idx="4"/>
          </p:nvPr>
        </p:nvSpPr>
        <p:spPr/>
        <p:txBody>
          <a:bodyPr/>
          <a:lstStyle/>
          <a:p>
            <a:fld id="{4D029D89-7B63-4C94-AD4D-2E4D6BB83637}" type="slidenum">
              <a:rPr kumimoji="1" lang="ja-JP" altLang="en-US" smtClean="0"/>
              <a:pPr/>
              <a:t>16</a:t>
            </a:fld>
            <a:endParaRPr kumimoji="1" lang="ja-JP" altLang="en-US"/>
          </a:p>
        </p:txBody>
      </p:sp>
      <p:sp>
        <p:nvSpPr>
          <p:cNvPr id="11" name="コンテンツ プレースホルダー 10">
            <a:extLst>
              <a:ext uri="{FF2B5EF4-FFF2-40B4-BE49-F238E27FC236}">
                <a16:creationId xmlns:a16="http://schemas.microsoft.com/office/drawing/2014/main" id="{FC526E5A-A07E-06D6-E242-E9E8A1C3D382}"/>
              </a:ext>
            </a:extLst>
          </p:cNvPr>
          <p:cNvSpPr>
            <a:spLocks noGrp="1"/>
          </p:cNvSpPr>
          <p:nvPr>
            <p:ph idx="1"/>
          </p:nvPr>
        </p:nvSpPr>
        <p:spPr>
          <a:xfrm>
            <a:off x="230400" y="750438"/>
            <a:ext cx="8679600" cy="4198933"/>
          </a:xfrm>
        </p:spPr>
        <p:txBody>
          <a:bodyPr/>
          <a:lstStyle/>
          <a:p>
            <a:r>
              <a:rPr lang="zh-CN" altLang="en-US" sz="1600" dirty="0">
                <a:solidFill>
                  <a:srgbClr val="2400B0"/>
                </a:solidFill>
                <a:latin typeface="Microsoft YaHei" panose="020B0503020204020204" pitchFamily="34" charset="-122"/>
                <a:ea typeface="Microsoft YaHei" panose="020B0503020204020204" pitchFamily="34" charset="-122"/>
              </a:rPr>
              <a:t>软件需求</a:t>
            </a:r>
            <a:endParaRPr lang="en-US" altLang="zh-CN" sz="1600" dirty="0">
              <a:solidFill>
                <a:srgbClr val="2400B0"/>
              </a:solidFill>
              <a:latin typeface="Microsoft YaHei" panose="020B0503020204020204" pitchFamily="34" charset="-122"/>
              <a:ea typeface="Microsoft YaHei" panose="020B0503020204020204" pitchFamily="34" charset="-122"/>
            </a:endParaRPr>
          </a:p>
          <a:p>
            <a:pPr lvl="1"/>
            <a:r>
              <a:rPr lang="zh-CN" altLang="en-US" sz="1200" dirty="0">
                <a:solidFill>
                  <a:srgbClr val="2400B0"/>
                </a:solidFill>
                <a:latin typeface="Microsoft YaHei" panose="020B0503020204020204" pitchFamily="34" charset="-122"/>
                <a:ea typeface="Microsoft YaHei" panose="020B0503020204020204" pitchFamily="34" charset="-122"/>
              </a:rPr>
              <a:t>工程类需求</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r>
              <a:rPr lang="zh-CN" altLang="en-US" sz="1200" dirty="0">
                <a:solidFill>
                  <a:srgbClr val="2400B0"/>
                </a:solidFill>
                <a:latin typeface="Microsoft YaHei" panose="020B0503020204020204" pitchFamily="34" charset="-122"/>
                <a:ea typeface="Microsoft YaHei" panose="020B0503020204020204" pitchFamily="34" charset="-122"/>
              </a:rPr>
              <a:t>过程及管理类需求</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buNone/>
            </a:pPr>
            <a:r>
              <a:rPr lang="en-US" altLang="zh-CN" sz="1200" dirty="0">
                <a:solidFill>
                  <a:srgbClr val="2400B0"/>
                </a:solidFill>
                <a:latin typeface="Microsoft YaHei" panose="020B0503020204020204" pitchFamily="34" charset="-122"/>
                <a:ea typeface="Microsoft YaHei" panose="020B0503020204020204" pitchFamily="34" charset="-122"/>
              </a:rPr>
              <a:t>    </a:t>
            </a:r>
            <a:r>
              <a:rPr lang="zh-CN" altLang="en-US" sz="1200" dirty="0">
                <a:solidFill>
                  <a:srgbClr val="2400B0"/>
                </a:solidFill>
                <a:latin typeface="Microsoft YaHei" panose="020B0503020204020204" pitchFamily="34" charset="-122"/>
                <a:ea typeface="Microsoft YaHei" panose="020B0503020204020204" pitchFamily="34" charset="-122"/>
              </a:rPr>
              <a:t>比如满足</a:t>
            </a:r>
            <a:r>
              <a:rPr lang="en-US" altLang="zh-CN" sz="1200" dirty="0">
                <a:solidFill>
                  <a:srgbClr val="2400B0"/>
                </a:solidFill>
                <a:latin typeface="Microsoft YaHei" panose="020B0503020204020204" pitchFamily="34" charset="-122"/>
                <a:ea typeface="Microsoft YaHei" panose="020B0503020204020204" pitchFamily="34" charset="-122"/>
              </a:rPr>
              <a:t>ASPICE 2</a:t>
            </a:r>
            <a:r>
              <a:rPr lang="zh-CN" altLang="en-US" sz="1200" dirty="0">
                <a:solidFill>
                  <a:srgbClr val="2400B0"/>
                </a:solidFill>
                <a:latin typeface="Microsoft YaHei" panose="020B0503020204020204" pitchFamily="34" charset="-122"/>
                <a:ea typeface="Microsoft YaHei" panose="020B0503020204020204" pitchFamily="34" charset="-122"/>
              </a:rPr>
              <a:t>级，满足</a:t>
            </a:r>
            <a:r>
              <a:rPr lang="en-US" altLang="zh-CN" sz="1200" dirty="0" err="1">
                <a:solidFill>
                  <a:srgbClr val="2400B0"/>
                </a:solidFill>
                <a:latin typeface="Microsoft YaHei" panose="020B0503020204020204" pitchFamily="34" charset="-122"/>
                <a:ea typeface="Microsoft YaHei" panose="020B0503020204020204" pitchFamily="34" charset="-122"/>
              </a:rPr>
              <a:t>misra</a:t>
            </a:r>
            <a:r>
              <a:rPr lang="en-US" altLang="zh-CN" sz="1200" dirty="0">
                <a:solidFill>
                  <a:srgbClr val="2400B0"/>
                </a:solidFill>
                <a:latin typeface="Microsoft YaHei" panose="020B0503020204020204" pitchFamily="34" charset="-122"/>
                <a:ea typeface="Microsoft YaHei" panose="020B0503020204020204" pitchFamily="34" charset="-122"/>
              </a:rPr>
              <a:t>-c</a:t>
            </a:r>
            <a:r>
              <a:rPr lang="zh-CN" altLang="en-US" sz="1200" dirty="0">
                <a:solidFill>
                  <a:srgbClr val="2400B0"/>
                </a:solidFill>
                <a:latin typeface="Microsoft YaHei" panose="020B0503020204020204" pitchFamily="34" charset="-122"/>
                <a:ea typeface="Microsoft YaHei" panose="020B0503020204020204" pitchFamily="34" charset="-122"/>
              </a:rPr>
              <a:t>标准。</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3" lvl="1" indent="-271463">
              <a:buClr>
                <a:schemeClr val="accent4"/>
              </a:buClr>
              <a:buFont typeface="Meiryo UI" panose="020B0604030504040204" pitchFamily="50" charset="-128"/>
              <a:buChar char="◎"/>
            </a:pPr>
            <a:r>
              <a:rPr lang="zh-CN" altLang="en-US" sz="1600" dirty="0">
                <a:solidFill>
                  <a:srgbClr val="2400B0"/>
                </a:solidFill>
                <a:latin typeface="Microsoft YaHei" panose="020B0503020204020204" pitchFamily="34" charset="-122"/>
                <a:ea typeface="Microsoft YaHei" panose="020B0503020204020204" pitchFamily="34" charset="-122"/>
              </a:rPr>
              <a:t>写法例子</a:t>
            </a:r>
            <a:endParaRPr lang="en-US" altLang="zh-CN" sz="1600" dirty="0">
              <a:solidFill>
                <a:srgbClr val="2400B0"/>
              </a:solidFill>
              <a:latin typeface="Microsoft YaHei" panose="020B0503020204020204" pitchFamily="34" charset="-122"/>
              <a:ea typeface="Microsoft YaHei" panose="020B0503020204020204" pitchFamily="34" charset="-122"/>
            </a:endParaRPr>
          </a:p>
          <a:p>
            <a:pPr lvl="1"/>
            <a:r>
              <a:rPr lang="zh-CN" altLang="en-US" sz="1200" dirty="0">
                <a:solidFill>
                  <a:srgbClr val="2400B0"/>
                </a:solidFill>
                <a:latin typeface="Microsoft YaHei" panose="020B0503020204020204" pitchFamily="34" charset="-122"/>
                <a:ea typeface="Microsoft YaHei" panose="020B0503020204020204" pitchFamily="34" charset="-122"/>
              </a:rPr>
              <a:t>比如</a:t>
            </a:r>
            <a:r>
              <a:rPr lang="en-US" altLang="zh-CN" sz="1200" dirty="0">
                <a:solidFill>
                  <a:srgbClr val="2400B0"/>
                </a:solidFill>
                <a:latin typeface="Microsoft YaHei" panose="020B0503020204020204" pitchFamily="34" charset="-122"/>
                <a:ea typeface="Microsoft YaHei" panose="020B0503020204020204" pitchFamily="34" charset="-122"/>
              </a:rPr>
              <a:t>SMART</a:t>
            </a:r>
            <a:r>
              <a:rPr lang="zh-CN" altLang="en-US" sz="1200" dirty="0">
                <a:solidFill>
                  <a:srgbClr val="2400B0"/>
                </a:solidFill>
                <a:latin typeface="Microsoft YaHei" panose="020B0503020204020204" pitchFamily="34" charset="-122"/>
                <a:ea typeface="Microsoft YaHei" panose="020B0503020204020204" pitchFamily="34" charset="-122"/>
              </a:rPr>
              <a:t>原则（</a:t>
            </a:r>
            <a:r>
              <a:rPr lang="en-US" altLang="zh-CN" sz="1200" dirty="0">
                <a:solidFill>
                  <a:srgbClr val="2400B0"/>
                </a:solidFill>
                <a:latin typeface="Microsoft YaHei" panose="020B0503020204020204" pitchFamily="34" charset="-122"/>
                <a:ea typeface="Microsoft YaHei" panose="020B0503020204020204" pitchFamily="34" charset="-122"/>
              </a:rPr>
              <a:t>specific measurable attainable relevant timely</a:t>
            </a:r>
            <a:r>
              <a:rPr lang="zh-CN" altLang="en-US" sz="1200" dirty="0">
                <a:solidFill>
                  <a:srgbClr val="2400B0"/>
                </a:solidFill>
                <a:latin typeface="Microsoft YaHei" panose="020B0503020204020204" pitchFamily="34" charset="-122"/>
                <a:ea typeface="Microsoft YaHei" panose="020B0503020204020204" pitchFamily="34" charset="-122"/>
              </a:rPr>
              <a:t>）</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r>
              <a:rPr lang="zh-CN" altLang="en-US" sz="1200" dirty="0">
                <a:solidFill>
                  <a:srgbClr val="2400B0"/>
                </a:solidFill>
                <a:latin typeface="Microsoft YaHei" panose="020B0503020204020204" pitchFamily="34" charset="-122"/>
                <a:ea typeface="Microsoft YaHei" panose="020B0503020204020204" pitchFamily="34" charset="-122"/>
              </a:rPr>
              <a:t>一般包含内容</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buNone/>
            </a:pPr>
            <a:r>
              <a:rPr lang="en-US" altLang="ja-JP" sz="1200" dirty="0">
                <a:solidFill>
                  <a:srgbClr val="2400B0"/>
                </a:solidFill>
                <a:latin typeface="Microsoft YaHei" panose="020B0503020204020204" pitchFamily="34" charset="-122"/>
                <a:ea typeface="Microsoft YaHei" panose="020B0503020204020204" pitchFamily="34" charset="-122"/>
              </a:rPr>
              <a:t>    </a:t>
            </a:r>
            <a:r>
              <a:rPr lang="zh-CN" altLang="en-US" sz="1200" dirty="0">
                <a:solidFill>
                  <a:srgbClr val="2400B0"/>
                </a:solidFill>
                <a:latin typeface="Microsoft YaHei" panose="020B0503020204020204" pitchFamily="34" charset="-122"/>
                <a:ea typeface="Microsoft YaHei" panose="020B0503020204020204" pitchFamily="34" charset="-122"/>
              </a:rPr>
              <a:t>需求</a:t>
            </a:r>
            <a:r>
              <a:rPr lang="en-US" altLang="zh-CN" sz="1200" dirty="0">
                <a:solidFill>
                  <a:srgbClr val="2400B0"/>
                </a:solidFill>
                <a:latin typeface="Microsoft YaHei" panose="020B0503020204020204" pitchFamily="34" charset="-122"/>
                <a:ea typeface="Microsoft YaHei" panose="020B0503020204020204" pitchFamily="34" charset="-122"/>
              </a:rPr>
              <a:t>ID</a:t>
            </a:r>
            <a:r>
              <a:rPr lang="zh-CN" altLang="en-US" sz="1200" dirty="0">
                <a:solidFill>
                  <a:srgbClr val="2400B0"/>
                </a:solidFill>
                <a:latin typeface="Microsoft YaHei" panose="020B0503020204020204" pitchFamily="34" charset="-122"/>
                <a:ea typeface="Microsoft YaHei" panose="020B0503020204020204" pitchFamily="34" charset="-122"/>
              </a:rPr>
              <a:t>需求名、描述</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什么主体什么条件什么逻辑</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、特殊情况等。</a:t>
            </a:r>
            <a:endParaRPr lang="en-US" altLang="ja-JP" sz="12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
        <p:nvSpPr>
          <p:cNvPr id="5" name="正方形/長方形 4">
            <a:hlinkClick r:id="rId3" action="ppaction://hlinkfile"/>
            <a:extLst>
              <a:ext uri="{FF2B5EF4-FFF2-40B4-BE49-F238E27FC236}">
                <a16:creationId xmlns:a16="http://schemas.microsoft.com/office/drawing/2014/main" id="{A607DB8B-A10E-B89D-F730-27743E800560}"/>
              </a:ext>
            </a:extLst>
          </p:cNvPr>
          <p:cNvSpPr/>
          <p:nvPr/>
        </p:nvSpPr>
        <p:spPr>
          <a:xfrm>
            <a:off x="533692" y="4364498"/>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800" dirty="0">
                <a:latin typeface="Microsoft YaHei" panose="020B0503020204020204" pitchFamily="34" charset="-122"/>
                <a:ea typeface="Microsoft YaHei" panose="020B0503020204020204" pitchFamily="34" charset="-122"/>
                <a:hlinkClick r:id="rId4"/>
              </a:rPr>
              <a:t>模板详细参考例：</a:t>
            </a:r>
            <a:r>
              <a:rPr lang="en-US" altLang="zh-CN" sz="800" dirty="0">
                <a:latin typeface="Microsoft YaHei" panose="020B0503020204020204" pitchFamily="34" charset="-122"/>
                <a:ea typeface="Microsoft YaHei" panose="020B0503020204020204" pitchFamily="34" charset="-122"/>
                <a:hlinkClick r:id="rId3" action="ppaction://hlinkfile"/>
              </a:rPr>
              <a:t>SWE1_××_</a:t>
            </a:r>
            <a:r>
              <a:rPr lang="zh-CN" altLang="en-US" sz="800" dirty="0">
                <a:latin typeface="Microsoft YaHei" panose="020B0503020204020204" pitchFamily="34" charset="-122"/>
                <a:ea typeface="Microsoft YaHei" panose="020B0503020204020204" pitchFamily="34" charset="-122"/>
                <a:hlinkClick r:id="rId3" action="ppaction://hlinkfile"/>
              </a:rPr>
              <a:t>软件需求规格说明书例子</a:t>
            </a:r>
            <a:r>
              <a:rPr lang="en-US" altLang="zh-CN" sz="800" dirty="0">
                <a:latin typeface="Microsoft YaHei" panose="020B0503020204020204" pitchFamily="34" charset="-122"/>
                <a:ea typeface="Microsoft YaHei" panose="020B0503020204020204" pitchFamily="34" charset="-122"/>
                <a:hlinkClick r:id="rId3" action="ppaction://hlinkfile"/>
              </a:rPr>
              <a:t>_V1.0.xlsx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7" name="テキスト ボックス 6">
            <a:extLst>
              <a:ext uri="{FF2B5EF4-FFF2-40B4-BE49-F238E27FC236}">
                <a16:creationId xmlns:a16="http://schemas.microsoft.com/office/drawing/2014/main" id="{63B4336B-E7DB-5AD8-86B4-FF675F514F0B}"/>
              </a:ext>
            </a:extLst>
          </p:cNvPr>
          <p:cNvSpPr txBox="1"/>
          <p:nvPr/>
        </p:nvSpPr>
        <p:spPr>
          <a:xfrm>
            <a:off x="5708427" y="1235097"/>
            <a:ext cx="2886933" cy="1007794"/>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200" b="1" dirty="0">
                <a:solidFill>
                  <a:schemeClr val="bg1"/>
                </a:solidFill>
                <a:latin typeface="微软雅黑" panose="020B0503020204020204" pitchFamily="34" charset="-122"/>
                <a:ea typeface="微软雅黑" panose="020B0503020204020204" pitchFamily="34" charset="-122"/>
              </a:rPr>
              <a:t>PT</a:t>
            </a:r>
            <a:r>
              <a:rPr lang="zh-CN" altLang="en-US" sz="1200" b="1" dirty="0">
                <a:solidFill>
                  <a:schemeClr val="bg1"/>
                </a:solidFill>
                <a:latin typeface="微软雅黑" panose="020B0503020204020204" pitchFamily="34" charset="-122"/>
                <a:ea typeface="微软雅黑" panose="020B0503020204020204" pitchFamily="34" charset="-122"/>
              </a:rPr>
              <a:t>作业中，比较像需求分析的作业：根据客户需求</a:t>
            </a:r>
            <a:r>
              <a:rPr lang="en-US" altLang="zh-CN" sz="1200" b="1" dirty="0">
                <a:solidFill>
                  <a:schemeClr val="bg1"/>
                </a:solidFill>
                <a:latin typeface="微软雅黑" panose="020B0503020204020204" pitchFamily="34" charset="-122"/>
                <a:ea typeface="微软雅黑" panose="020B0503020204020204" pitchFamily="34" charset="-122"/>
              </a:rPr>
              <a:t>(</a:t>
            </a:r>
            <a:r>
              <a:rPr lang="zh-CN" altLang="en-US" sz="1200" b="1" dirty="0">
                <a:solidFill>
                  <a:schemeClr val="bg1"/>
                </a:solidFill>
                <a:latin typeface="微软雅黑" panose="020B0503020204020204" pitchFamily="34" charset="-122"/>
                <a:ea typeface="微软雅黑" panose="020B0503020204020204" pitchFamily="34" charset="-122"/>
              </a:rPr>
              <a:t>如</a:t>
            </a:r>
            <a:r>
              <a:rPr lang="en-US" altLang="zh-CN" sz="1200" b="1" dirty="0">
                <a:solidFill>
                  <a:schemeClr val="bg1"/>
                </a:solidFill>
                <a:latin typeface="微软雅黑" panose="020B0503020204020204" pitchFamily="34" charset="-122"/>
                <a:ea typeface="微软雅黑" panose="020B0503020204020204" pitchFamily="34" charset="-122"/>
              </a:rPr>
              <a:t>ISZ SCR)</a:t>
            </a:r>
            <a:r>
              <a:rPr lang="zh-CN" altLang="en-US" sz="1200" b="1" dirty="0">
                <a:solidFill>
                  <a:schemeClr val="bg1"/>
                </a:solidFill>
                <a:latin typeface="微软雅黑" panose="020B0503020204020204" pitchFamily="34" charset="-122"/>
                <a:ea typeface="微软雅黑" panose="020B0503020204020204" pitchFamily="34" charset="-122"/>
              </a:rPr>
              <a:t>做成折返</a:t>
            </a:r>
            <a:r>
              <a:rPr lang="en-US" altLang="zh-CN" sz="1200" b="1" dirty="0">
                <a:solidFill>
                  <a:schemeClr val="bg1"/>
                </a:solidFill>
                <a:latin typeface="微软雅黑" panose="020B0503020204020204" pitchFamily="34" charset="-122"/>
                <a:ea typeface="微软雅黑" panose="020B0503020204020204" pitchFamily="34" charset="-122"/>
              </a:rPr>
              <a:t>SCR(SYSTEM CHANGE REQUEST)</a:t>
            </a:r>
            <a:r>
              <a:rPr lang="zh-CN" altLang="en-US" sz="1200" b="1" dirty="0">
                <a:solidFill>
                  <a:schemeClr val="bg1"/>
                </a:solidFill>
                <a:latin typeface="微软雅黑" panose="020B0503020204020204" pitchFamily="34" charset="-122"/>
                <a:ea typeface="微软雅黑" panose="020B0503020204020204" pitchFamily="34" charset="-122"/>
              </a:rPr>
              <a:t>。</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pic>
        <p:nvPicPr>
          <p:cNvPr id="10" name="図 9" descr="グラフィカル ユーザー インターフェイス, テキスト&#10;&#10;AI 生成コンテンツは誤りを含む可能性があります。">
            <a:extLst>
              <a:ext uri="{FF2B5EF4-FFF2-40B4-BE49-F238E27FC236}">
                <a16:creationId xmlns:a16="http://schemas.microsoft.com/office/drawing/2014/main" id="{86CCE1A8-4C58-BFFE-1AF8-86A7E4910F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3692" y="3005804"/>
            <a:ext cx="7684113" cy="999173"/>
          </a:xfrm>
          <a:prstGeom prst="rect">
            <a:avLst/>
          </a:prstGeom>
        </p:spPr>
      </p:pic>
    </p:spTree>
    <p:extLst>
      <p:ext uri="{BB962C8B-B14F-4D97-AF65-F5344CB8AC3E}">
        <p14:creationId xmlns:p14="http://schemas.microsoft.com/office/powerpoint/2010/main" val="3360376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EEC2E-AA03-BB0A-4E69-0B0A4C331C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E7E282F-5BB1-4E86-CBCB-BBD6E2841639}"/>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03E333EB-7EFC-ADC7-7AB0-BB3FEE639EA0}"/>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612568C9-F264-C3B3-D6E5-277ADC2D4886}"/>
              </a:ext>
            </a:extLst>
          </p:cNvPr>
          <p:cNvSpPr>
            <a:spLocks noGrp="1"/>
          </p:cNvSpPr>
          <p:nvPr>
            <p:ph type="sldNum" sz="quarter" idx="4"/>
          </p:nvPr>
        </p:nvSpPr>
        <p:spPr/>
        <p:txBody>
          <a:bodyPr/>
          <a:lstStyle/>
          <a:p>
            <a:fld id="{4D029D89-7B63-4C94-AD4D-2E4D6BB83637}" type="slidenum">
              <a:rPr kumimoji="1" lang="ja-JP" altLang="en-US" smtClean="0"/>
              <a:pPr/>
              <a:t>17</a:t>
            </a:fld>
            <a:endParaRPr kumimoji="1" lang="ja-JP" altLang="en-US"/>
          </a:p>
        </p:txBody>
      </p:sp>
      <p:sp>
        <p:nvSpPr>
          <p:cNvPr id="11" name="コンテンツ プレースホルダー 10">
            <a:extLst>
              <a:ext uri="{FF2B5EF4-FFF2-40B4-BE49-F238E27FC236}">
                <a16:creationId xmlns:a16="http://schemas.microsoft.com/office/drawing/2014/main" id="{E37A4981-6A71-BC6B-21A6-1B17AAC4DE97}"/>
              </a:ext>
            </a:extLst>
          </p:cNvPr>
          <p:cNvSpPr>
            <a:spLocks noGrp="1"/>
          </p:cNvSpPr>
          <p:nvPr>
            <p:ph idx="1"/>
          </p:nvPr>
        </p:nvSpPr>
        <p:spPr>
          <a:xfrm>
            <a:off x="230400" y="750438"/>
            <a:ext cx="8679600" cy="4198933"/>
          </a:xfrm>
        </p:spPr>
        <p:txBody>
          <a:bodyPr/>
          <a:lstStyle/>
          <a:p>
            <a:r>
              <a:rPr lang="en-US" altLang="zh-CN" sz="1800" dirty="0">
                <a:latin typeface="Microsoft YaHei" panose="020B0503020204020204" pitchFamily="34" charset="-122"/>
                <a:ea typeface="Microsoft YaHei" panose="020B0503020204020204" pitchFamily="34" charset="-122"/>
              </a:rPr>
              <a:t>SWE.2 </a:t>
            </a:r>
            <a:r>
              <a:rPr lang="zh-CN" altLang="en-US" sz="1800" dirty="0">
                <a:latin typeface="Microsoft YaHei" panose="020B0503020204020204" pitchFamily="34" charset="-122"/>
                <a:ea typeface="Microsoft YaHei" panose="020B0503020204020204" pitchFamily="34" charset="-122"/>
              </a:rPr>
              <a:t>软件架构设计</a:t>
            </a:r>
            <a:endParaRPr lang="en-US" altLang="zh-CN" sz="18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aphicFrame>
        <p:nvGraphicFramePr>
          <p:cNvPr id="5" name="表 4">
            <a:extLst>
              <a:ext uri="{FF2B5EF4-FFF2-40B4-BE49-F238E27FC236}">
                <a16:creationId xmlns:a16="http://schemas.microsoft.com/office/drawing/2014/main" id="{AAC5A98F-6B8D-56DA-206D-1D2BBB079F97}"/>
              </a:ext>
            </a:extLst>
          </p:cNvPr>
          <p:cNvGraphicFramePr>
            <a:graphicFrameLocks noGrp="1"/>
          </p:cNvGraphicFramePr>
          <p:nvPr>
            <p:extLst>
              <p:ext uri="{D42A27DB-BD31-4B8C-83A1-F6EECF244321}">
                <p14:modId xmlns:p14="http://schemas.microsoft.com/office/powerpoint/2010/main" val="3455389098"/>
              </p:ext>
            </p:extLst>
          </p:nvPr>
        </p:nvGraphicFramePr>
        <p:xfrm>
          <a:off x="362644" y="1082647"/>
          <a:ext cx="8712777" cy="3462963"/>
        </p:xfrm>
        <a:graphic>
          <a:graphicData uri="http://schemas.openxmlformats.org/drawingml/2006/table">
            <a:tbl>
              <a:tblPr firstRow="1" bandRow="1">
                <a:tableStyleId>{C4B1156A-380E-4F78-BDF5-A606A8083BF9}</a:tableStyleId>
              </a:tblPr>
              <a:tblGrid>
                <a:gridCol w="672587">
                  <a:extLst>
                    <a:ext uri="{9D8B030D-6E8A-4147-A177-3AD203B41FA5}">
                      <a16:colId xmlns:a16="http://schemas.microsoft.com/office/drawing/2014/main" val="2515361088"/>
                    </a:ext>
                  </a:extLst>
                </a:gridCol>
                <a:gridCol w="950323">
                  <a:extLst>
                    <a:ext uri="{9D8B030D-6E8A-4147-A177-3AD203B41FA5}">
                      <a16:colId xmlns:a16="http://schemas.microsoft.com/office/drawing/2014/main" val="2844542742"/>
                    </a:ext>
                  </a:extLst>
                </a:gridCol>
                <a:gridCol w="7089867">
                  <a:extLst>
                    <a:ext uri="{9D8B030D-6E8A-4147-A177-3AD203B41FA5}">
                      <a16:colId xmlns:a16="http://schemas.microsoft.com/office/drawing/2014/main" val="924176660"/>
                    </a:ext>
                  </a:extLst>
                </a:gridCol>
              </a:tblGrid>
              <a:tr h="331124">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过程参考模型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过程标识符</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a:t>
                      </a: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2</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1112765915"/>
                  </a:ext>
                </a:extLst>
              </a:tr>
              <a:tr h="248499">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过程名称</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软件架构设计</a:t>
                      </a:r>
                    </a:p>
                  </a:txBody>
                  <a:tcPr/>
                </a:tc>
                <a:extLst>
                  <a:ext uri="{0D108BD9-81ED-4DB2-BD59-A6C34878D82A}">
                    <a16:rowId xmlns:a16="http://schemas.microsoft.com/office/drawing/2014/main" val="3659210155"/>
                  </a:ext>
                </a:extLst>
              </a:tr>
              <a:tr h="28504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过程目的</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zh-CN" altLang="en-US" sz="1100" b="0" u="none" strike="noStrike" kern="1200" baseline="0" dirty="0">
                          <a:solidFill>
                            <a:schemeClr val="dk1"/>
                          </a:solidFill>
                          <a:latin typeface="Microsoft YaHei" panose="020B0503020204020204" pitchFamily="34" charset="-122"/>
                          <a:ea typeface="Microsoft YaHei" panose="020B0503020204020204" pitchFamily="34" charset="-122"/>
                          <a:cs typeface="+mn-cs"/>
                        </a:rPr>
                        <a:t>建立与软件需求一致的分析软件架构，包括静态和动态方面。</a:t>
                      </a: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3948535795"/>
                  </a:ext>
                </a:extLst>
              </a:tr>
              <a:tr h="730879">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过程结果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设计出包括静态和动态方面的软件架构。</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根据定义的标准分析软件架构。</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在软件架构和软件需求之间建立一致性和双向可追溯性。</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就软件架构达成一致意见，并传达给所有相关方。</a:t>
                      </a:r>
                    </a:p>
                  </a:txBody>
                  <a:tcPr/>
                </a:tc>
                <a:extLst>
                  <a:ext uri="{0D108BD9-81ED-4DB2-BD59-A6C34878D82A}">
                    <a16:rowId xmlns:a16="http://schemas.microsoft.com/office/drawing/2014/main" val="2956120529"/>
                  </a:ext>
                </a:extLst>
              </a:tr>
              <a:tr h="1374053">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过程实施指标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基本实践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SWE.2.BP1</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：明确软件架构的静态方面。针对软件的功能性和非功能性要求，指定并记录软件架构的静态方面，包括外部接口和已定义的软件组件集及其接口和关系。	</a:t>
                      </a:r>
                    </a:p>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SWE.2.BP2</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：明确软件架构的动态方面</a:t>
                      </a: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针对软件的功能性和非功能性要求，指定并记录软件架构的动态方面，包括软件组件的行为及其在不同软件模式下的交互，以及并发方面。	</a:t>
                      </a:r>
                    </a:p>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SWE.2.BP3</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：分析软件架构。分析软件架构的相关技术设计方面，并为项目管理提供项目估算方面的支持。记录软件架构设计决策的理由。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SWE.2.BP4</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：确保一致性并建立双向可追溯性。确保软件架构与软件需求之间的一致性并建立双向可追溯性。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SWE.2.BP5</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：沟通商定的软件架构。将商定的软件架构传递给所有相关方。			</a:t>
                      </a:r>
                    </a:p>
                  </a:txBody>
                  <a:tcPr/>
                </a:tc>
                <a:extLst>
                  <a:ext uri="{0D108BD9-81ED-4DB2-BD59-A6C34878D82A}">
                    <a16:rowId xmlns:a16="http://schemas.microsoft.com/office/drawing/2014/main" val="2847911831"/>
                  </a:ext>
                </a:extLst>
              </a:tr>
              <a:tr h="381019">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04-04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软件架构</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一致性证据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15-51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分析结果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2088567643"/>
                  </a:ext>
                </a:extLst>
              </a:tr>
            </a:tbl>
          </a:graphicData>
        </a:graphic>
      </p:graphicFrame>
      <p:sp>
        <p:nvSpPr>
          <p:cNvPr id="6" name="正方形/長方形 5">
            <a:extLst>
              <a:ext uri="{FF2B5EF4-FFF2-40B4-BE49-F238E27FC236}">
                <a16:creationId xmlns:a16="http://schemas.microsoft.com/office/drawing/2014/main" id="{57155316-AE8D-7623-6822-8080B167702B}"/>
              </a:ext>
            </a:extLst>
          </p:cNvPr>
          <p:cNvSpPr/>
          <p:nvPr/>
        </p:nvSpPr>
        <p:spPr>
          <a:xfrm>
            <a:off x="294804" y="4694283"/>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详细参照模型：</a:t>
            </a:r>
            <a:r>
              <a:rPr kumimoji="1" lang="en-US" altLang="zh-CN" sz="800" dirty="0">
                <a:solidFill>
                  <a:schemeClr val="tx1"/>
                </a:solidFill>
                <a:latin typeface="Microsoft YaHei" panose="020B0503020204020204" pitchFamily="34" charset="-122"/>
                <a:ea typeface="Microsoft YaHei" panose="020B0503020204020204" pitchFamily="34" charset="-122"/>
              </a:rPr>
              <a:t>Automotive-SPICE-PAM-v40.pdf</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274197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D3FE7-3A11-C209-E362-5639555733A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2257FA5-AD55-1D49-BE68-E2636ECCE7F9}"/>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2121F3EE-C833-51E3-E235-18FA7CFE36B4}"/>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0B4A8D27-36A3-F9E3-EF32-4307A2322A36}"/>
              </a:ext>
            </a:extLst>
          </p:cNvPr>
          <p:cNvSpPr>
            <a:spLocks noGrp="1"/>
          </p:cNvSpPr>
          <p:nvPr>
            <p:ph type="sldNum" sz="quarter" idx="4"/>
          </p:nvPr>
        </p:nvSpPr>
        <p:spPr/>
        <p:txBody>
          <a:bodyPr/>
          <a:lstStyle/>
          <a:p>
            <a:fld id="{4D029D89-7B63-4C94-AD4D-2E4D6BB83637}" type="slidenum">
              <a:rPr kumimoji="1" lang="ja-JP" altLang="en-US" smtClean="0"/>
              <a:pPr/>
              <a:t>18</a:t>
            </a:fld>
            <a:endParaRPr kumimoji="1" lang="ja-JP" altLang="en-US"/>
          </a:p>
        </p:txBody>
      </p:sp>
      <p:sp>
        <p:nvSpPr>
          <p:cNvPr id="11" name="コンテンツ プレースホルダー 10">
            <a:extLst>
              <a:ext uri="{FF2B5EF4-FFF2-40B4-BE49-F238E27FC236}">
                <a16:creationId xmlns:a16="http://schemas.microsoft.com/office/drawing/2014/main" id="{DF7774B8-A003-0E93-56D4-D9358189EB8F}"/>
              </a:ext>
            </a:extLst>
          </p:cNvPr>
          <p:cNvSpPr>
            <a:spLocks noGrp="1"/>
          </p:cNvSpPr>
          <p:nvPr>
            <p:ph idx="1"/>
          </p:nvPr>
        </p:nvSpPr>
        <p:spPr>
          <a:xfrm>
            <a:off x="230400" y="750438"/>
            <a:ext cx="8679600" cy="4198933"/>
          </a:xfrm>
        </p:spPr>
        <p:txBody>
          <a:bodyPr/>
          <a:lstStyle/>
          <a:p>
            <a:r>
              <a:rPr lang="en-US" altLang="zh-CN" sz="1800" dirty="0">
                <a:latin typeface="Microsoft YaHei" panose="020B0503020204020204" pitchFamily="34" charset="-122"/>
                <a:ea typeface="Microsoft YaHei" panose="020B0503020204020204" pitchFamily="34" charset="-122"/>
              </a:rPr>
              <a:t>SWE.2 </a:t>
            </a:r>
            <a:r>
              <a:rPr lang="zh-CN" altLang="en-US" sz="1800" dirty="0">
                <a:latin typeface="Microsoft YaHei" panose="020B0503020204020204" pitchFamily="34" charset="-122"/>
                <a:ea typeface="Microsoft YaHei" panose="020B0503020204020204" pitchFamily="34" charset="-122"/>
              </a:rPr>
              <a:t>软件架构设计注意点</a:t>
            </a:r>
            <a:endParaRPr lang="en-US" altLang="zh-CN" sz="1800" dirty="0">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ja-JP" sz="1400" b="1" dirty="0">
                <a:solidFill>
                  <a:srgbClr val="2400B0"/>
                </a:solidFill>
                <a:latin typeface="Microsoft YaHei" panose="020B0503020204020204" pitchFamily="34" charset="-122"/>
                <a:ea typeface="Microsoft YaHei" panose="020B0503020204020204" pitchFamily="34" charset="-122"/>
              </a:rPr>
              <a:t>Important elements required when a Software Architecture is developed. They are: </a:t>
            </a:r>
          </a:p>
          <a:p>
            <a:pPr lvl="1">
              <a:lnSpc>
                <a:spcPct val="150000"/>
              </a:lnSpc>
              <a:spcBef>
                <a:spcPts val="0"/>
              </a:spcBef>
            </a:pPr>
            <a:r>
              <a:rPr lang="en-US" altLang="ja-JP" sz="1400" dirty="0">
                <a:solidFill>
                  <a:srgbClr val="2400B0"/>
                </a:solidFill>
                <a:latin typeface="Microsoft YaHei" panose="020B0503020204020204" pitchFamily="34" charset="-122"/>
                <a:ea typeface="Microsoft YaHei" panose="020B0503020204020204" pitchFamily="34" charset="-122"/>
              </a:rPr>
              <a:t>(at least one) Structural view with interdependencies of software components. </a:t>
            </a:r>
          </a:p>
          <a:p>
            <a:pPr lvl="1">
              <a:lnSpc>
                <a:spcPct val="150000"/>
              </a:lnSpc>
              <a:spcBef>
                <a:spcPts val="0"/>
              </a:spcBef>
            </a:pPr>
            <a:r>
              <a:rPr lang="en-US" altLang="ja-JP" sz="1400" dirty="0">
                <a:solidFill>
                  <a:srgbClr val="2400B0"/>
                </a:solidFill>
                <a:latin typeface="Microsoft YaHei" panose="020B0503020204020204" pitchFamily="34" charset="-122"/>
                <a:ea typeface="Microsoft YaHei" panose="020B0503020204020204" pitchFamily="34" charset="-122"/>
              </a:rPr>
              <a:t>External interfaces and its relationships (e.g.; Open-source software, FOSS, platform software, third-part software, Hardware port assignment, </a:t>
            </a:r>
            <a:r>
              <a:rPr lang="en-US" altLang="ja-JP" sz="1400" dirty="0" err="1">
                <a:solidFill>
                  <a:srgbClr val="2400B0"/>
                </a:solidFill>
                <a:latin typeface="Microsoft YaHei" panose="020B0503020204020204" pitchFamily="34" charset="-122"/>
                <a:ea typeface="Microsoft YaHei" panose="020B0503020204020204" pitchFamily="34" charset="-122"/>
              </a:rPr>
              <a:t>etc</a:t>
            </a:r>
            <a:r>
              <a:rPr lang="en-US" altLang="ja-JP" sz="1400" dirty="0">
                <a:solidFill>
                  <a:srgbClr val="2400B0"/>
                </a:solidFill>
                <a:latin typeface="Microsoft YaHei" panose="020B0503020204020204" pitchFamily="34" charset="-122"/>
                <a:ea typeface="Microsoft YaHei" panose="020B0503020204020204" pitchFamily="34" charset="-122"/>
              </a:rPr>
              <a:t>) </a:t>
            </a:r>
          </a:p>
          <a:p>
            <a:pPr marL="271462" lvl="1" indent="0">
              <a:lnSpc>
                <a:spcPct val="150000"/>
              </a:lnSpc>
              <a:spcBef>
                <a:spcPts val="0"/>
              </a:spcBef>
              <a:buNone/>
            </a:pPr>
            <a:endParaRPr lang="en-US" altLang="ja-JP"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ja-JP" sz="1400" b="1" dirty="0">
                <a:solidFill>
                  <a:srgbClr val="2400B0"/>
                </a:solidFill>
                <a:latin typeface="Microsoft YaHei" panose="020B0503020204020204" pitchFamily="34" charset="-122"/>
                <a:ea typeface="Microsoft YaHei" panose="020B0503020204020204" pitchFamily="34" charset="-122"/>
              </a:rPr>
              <a:t>There are important elements required when dynamic aspects of a Software Architecture are developed:</a:t>
            </a:r>
          </a:p>
          <a:p>
            <a:pPr lvl="1">
              <a:lnSpc>
                <a:spcPct val="150000"/>
              </a:lnSpc>
              <a:spcBef>
                <a:spcPts val="0"/>
              </a:spcBef>
            </a:pPr>
            <a:r>
              <a:rPr lang="en-US" altLang="ja-JP" sz="1400" dirty="0">
                <a:solidFill>
                  <a:srgbClr val="2400B0"/>
                </a:solidFill>
                <a:latin typeface="Microsoft YaHei" panose="020B0503020204020204" pitchFamily="34" charset="-122"/>
                <a:ea typeface="Microsoft YaHei" panose="020B0503020204020204" pitchFamily="34" charset="-122"/>
              </a:rPr>
              <a:t>(at least one) dynamic view describing the designated </a:t>
            </a:r>
            <a:r>
              <a:rPr lang="en-US" altLang="ja-JP" sz="1400" dirty="0" err="1">
                <a:solidFill>
                  <a:srgbClr val="2400B0"/>
                </a:solidFill>
                <a:latin typeface="Microsoft YaHei" panose="020B0503020204020204" pitchFamily="34" charset="-122"/>
                <a:ea typeface="Microsoft YaHei" panose="020B0503020204020204" pitchFamily="34" charset="-122"/>
              </a:rPr>
              <a:t>behaviour</a:t>
            </a:r>
            <a:r>
              <a:rPr lang="en-US" altLang="ja-JP" sz="1400" dirty="0">
                <a:solidFill>
                  <a:srgbClr val="2400B0"/>
                </a:solidFill>
                <a:latin typeface="Microsoft YaHei" panose="020B0503020204020204" pitchFamily="34" charset="-122"/>
                <a:ea typeface="Microsoft YaHei" panose="020B0503020204020204" pitchFamily="34" charset="-122"/>
              </a:rPr>
              <a:t> behind software functionalities.</a:t>
            </a:r>
          </a:p>
          <a:p>
            <a:pPr lvl="1">
              <a:lnSpc>
                <a:spcPct val="150000"/>
              </a:lnSpc>
              <a:spcBef>
                <a:spcPts val="0"/>
              </a:spcBef>
            </a:pPr>
            <a:r>
              <a:rPr lang="en-US" altLang="ja-JP" sz="1400" dirty="0" err="1">
                <a:solidFill>
                  <a:srgbClr val="2400B0"/>
                </a:solidFill>
                <a:latin typeface="Microsoft YaHei" panose="020B0503020204020204" pitchFamily="34" charset="-122"/>
                <a:ea typeface="Microsoft YaHei" panose="020B0503020204020204" pitchFamily="34" charset="-122"/>
              </a:rPr>
              <a:t>Behaviour</a:t>
            </a:r>
            <a:r>
              <a:rPr lang="en-US" altLang="ja-JP" sz="1400" dirty="0">
                <a:solidFill>
                  <a:srgbClr val="2400B0"/>
                </a:solidFill>
                <a:latin typeface="Microsoft YaHei" panose="020B0503020204020204" pitchFamily="34" charset="-122"/>
                <a:ea typeface="Microsoft YaHei" panose="020B0503020204020204" pitchFamily="34" charset="-122"/>
              </a:rPr>
              <a:t> of software components.</a:t>
            </a:r>
          </a:p>
          <a:p>
            <a:pPr lvl="1">
              <a:lnSpc>
                <a:spcPct val="150000"/>
              </a:lnSpc>
              <a:spcBef>
                <a:spcPts val="0"/>
              </a:spcBef>
            </a:pPr>
            <a:r>
              <a:rPr lang="en-US" altLang="ja-JP" sz="1400" dirty="0">
                <a:solidFill>
                  <a:srgbClr val="2400B0"/>
                </a:solidFill>
                <a:latin typeface="Microsoft YaHei" panose="020B0503020204020204" pitchFamily="34" charset="-122"/>
                <a:ea typeface="Microsoft YaHei" panose="020B0503020204020204" pitchFamily="34" charset="-122"/>
              </a:rPr>
              <a:t>Interaction in different software modes.</a:t>
            </a:r>
          </a:p>
          <a:p>
            <a:pPr marL="0" indent="0">
              <a:buNone/>
            </a:pPr>
            <a:endParaRPr lang="ja-JP" altLang="en-US" dirty="0"/>
          </a:p>
        </p:txBody>
      </p:sp>
    </p:spTree>
    <p:extLst>
      <p:ext uri="{BB962C8B-B14F-4D97-AF65-F5344CB8AC3E}">
        <p14:creationId xmlns:p14="http://schemas.microsoft.com/office/powerpoint/2010/main" val="11846107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A872B-D5DA-97E5-A1C3-E793F0F868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5BEF9A4-9A61-8FCB-68A7-969778A212F5}"/>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BC810394-4CC6-F623-8A1E-221FE5CDA925}"/>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1ACFA6D-AA17-B311-8BE1-9716656D33DB}"/>
              </a:ext>
            </a:extLst>
          </p:cNvPr>
          <p:cNvSpPr>
            <a:spLocks noGrp="1"/>
          </p:cNvSpPr>
          <p:nvPr>
            <p:ph type="sldNum" sz="quarter" idx="4"/>
          </p:nvPr>
        </p:nvSpPr>
        <p:spPr/>
        <p:txBody>
          <a:bodyPr/>
          <a:lstStyle/>
          <a:p>
            <a:fld id="{4D029D89-7B63-4C94-AD4D-2E4D6BB83637}" type="slidenum">
              <a:rPr kumimoji="1" lang="ja-JP" altLang="en-US" smtClean="0"/>
              <a:pPr/>
              <a:t>19</a:t>
            </a:fld>
            <a:endParaRPr kumimoji="1" lang="ja-JP" altLang="en-US"/>
          </a:p>
        </p:txBody>
      </p:sp>
      <p:sp>
        <p:nvSpPr>
          <p:cNvPr id="11" name="コンテンツ プレースホルダー 10">
            <a:extLst>
              <a:ext uri="{FF2B5EF4-FFF2-40B4-BE49-F238E27FC236}">
                <a16:creationId xmlns:a16="http://schemas.microsoft.com/office/drawing/2014/main" id="{A90E244B-CF3B-6B92-4542-D9069B8F5E5C}"/>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软件架构设计例子</a:t>
            </a: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6" name="図 5" descr="ダイアグラム&#10;&#10;AI 生成コンテンツは誤りを含む可能性があります。">
            <a:extLst>
              <a:ext uri="{FF2B5EF4-FFF2-40B4-BE49-F238E27FC236}">
                <a16:creationId xmlns:a16="http://schemas.microsoft.com/office/drawing/2014/main" id="{253EC51F-FCEC-8DCF-C108-67A5DDFC3F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97" y="1585528"/>
            <a:ext cx="4221003" cy="2436091"/>
          </a:xfrm>
          <a:prstGeom prst="rect">
            <a:avLst/>
          </a:prstGeom>
        </p:spPr>
      </p:pic>
      <p:sp>
        <p:nvSpPr>
          <p:cNvPr id="7" name="正方形/長方形 6">
            <a:extLst>
              <a:ext uri="{FF2B5EF4-FFF2-40B4-BE49-F238E27FC236}">
                <a16:creationId xmlns:a16="http://schemas.microsoft.com/office/drawing/2014/main" id="{854E95DE-A285-77F8-4310-D38CD86E93DD}"/>
              </a:ext>
            </a:extLst>
          </p:cNvPr>
          <p:cNvSpPr/>
          <p:nvPr/>
        </p:nvSpPr>
        <p:spPr>
          <a:xfrm>
            <a:off x="328622" y="4622130"/>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800" dirty="0">
                <a:latin typeface="Microsoft YaHei" panose="020B0503020204020204" pitchFamily="34" charset="-122"/>
                <a:ea typeface="Microsoft YaHei" panose="020B0503020204020204" pitchFamily="34" charset="-122"/>
                <a:hlinkClick r:id="rId4"/>
              </a:rPr>
              <a:t>详细参考</a:t>
            </a:r>
            <a:r>
              <a:rPr lang="en-US" altLang="zh-CN" sz="800" dirty="0">
                <a:latin typeface="Microsoft YaHei" panose="020B0503020204020204" pitchFamily="34" charset="-122"/>
                <a:ea typeface="Microsoft YaHei" panose="020B0503020204020204" pitchFamily="34" charset="-122"/>
                <a:hlinkClick r:id="rId4"/>
              </a:rPr>
              <a:t>URL</a:t>
            </a:r>
            <a:r>
              <a:rPr lang="zh-CN" altLang="en-US" sz="800" dirty="0">
                <a:latin typeface="Microsoft YaHei" panose="020B0503020204020204" pitchFamily="34" charset="-122"/>
                <a:ea typeface="Microsoft YaHei" panose="020B0503020204020204" pitchFamily="34" charset="-122"/>
                <a:hlinkClick r:id="rId4"/>
              </a:rPr>
              <a:t>：</a:t>
            </a:r>
            <a:r>
              <a:rPr lang="en-US" altLang="ja-JP" sz="800" dirty="0">
                <a:latin typeface="Microsoft YaHei" panose="020B0503020204020204" pitchFamily="34" charset="-122"/>
                <a:ea typeface="Microsoft YaHei" panose="020B0503020204020204" pitchFamily="34" charset="-122"/>
                <a:hlinkClick r:id="rId4"/>
              </a:rPr>
              <a:t>Deployment diagram – Wikipedia</a:t>
            </a:r>
            <a:r>
              <a:rPr lang="en-US" altLang="zh-CN" sz="800" dirty="0">
                <a:latin typeface="Microsoft YaHei" panose="020B0503020204020204" pitchFamily="34" charset="-122"/>
                <a:ea typeface="Microsoft YaHei" panose="020B0503020204020204" pitchFamily="34" charset="-122"/>
              </a:rPr>
              <a:t>-</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14" name="図 13">
            <a:extLst>
              <a:ext uri="{FF2B5EF4-FFF2-40B4-BE49-F238E27FC236}">
                <a16:creationId xmlns:a16="http://schemas.microsoft.com/office/drawing/2014/main" id="{327A3119-F662-95F2-49AD-DE9227C9A41C}"/>
              </a:ext>
            </a:extLst>
          </p:cNvPr>
          <p:cNvPicPr>
            <a:picLocks noChangeAspect="1"/>
          </p:cNvPicPr>
          <p:nvPr/>
        </p:nvPicPr>
        <p:blipFill>
          <a:blip r:embed="rId5"/>
          <a:stretch>
            <a:fillRect/>
          </a:stretch>
        </p:blipFill>
        <p:spPr>
          <a:xfrm>
            <a:off x="5252854" y="1360409"/>
            <a:ext cx="2987034" cy="3433730"/>
          </a:xfrm>
          <a:prstGeom prst="rect">
            <a:avLst/>
          </a:prstGeom>
        </p:spPr>
      </p:pic>
      <p:sp>
        <p:nvSpPr>
          <p:cNvPr id="5" name="正方形/長方形 4">
            <a:extLst>
              <a:ext uri="{FF2B5EF4-FFF2-40B4-BE49-F238E27FC236}">
                <a16:creationId xmlns:a16="http://schemas.microsoft.com/office/drawing/2014/main" id="{2D1D5D46-E8A1-28F6-98F8-9EC4D1AB84B2}"/>
              </a:ext>
            </a:extLst>
          </p:cNvPr>
          <p:cNvSpPr/>
          <p:nvPr/>
        </p:nvSpPr>
        <p:spPr>
          <a:xfrm>
            <a:off x="1912333" y="1258287"/>
            <a:ext cx="72523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静态视图</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8" name="正方形/長方形 7">
            <a:extLst>
              <a:ext uri="{FF2B5EF4-FFF2-40B4-BE49-F238E27FC236}">
                <a16:creationId xmlns:a16="http://schemas.microsoft.com/office/drawing/2014/main" id="{21ACE2B6-7171-8A72-4C57-626AF79B8C7E}"/>
              </a:ext>
            </a:extLst>
          </p:cNvPr>
          <p:cNvSpPr/>
          <p:nvPr/>
        </p:nvSpPr>
        <p:spPr>
          <a:xfrm>
            <a:off x="6349538" y="1205177"/>
            <a:ext cx="72523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动态视图</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69611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375D7-6BE2-3D03-9E05-BA38286C4A1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51CF87E-C9B0-46D4-B15F-2097183EDC7B}"/>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9AA0336A-2803-CB37-3B7F-B36E39E8487D}"/>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39148B9-DA1E-0D69-7E9C-8DC48B9D3FD3}"/>
              </a:ext>
            </a:extLst>
          </p:cNvPr>
          <p:cNvSpPr>
            <a:spLocks noGrp="1"/>
          </p:cNvSpPr>
          <p:nvPr>
            <p:ph type="sldNum" sz="quarter" idx="4"/>
          </p:nvPr>
        </p:nvSpPr>
        <p:spPr/>
        <p:txBody>
          <a:bodyPr/>
          <a:lstStyle/>
          <a:p>
            <a:fld id="{4D029D89-7B63-4C94-AD4D-2E4D6BB83637}" type="slidenum">
              <a:rPr kumimoji="1" lang="ja-JP" altLang="en-US" smtClean="0"/>
              <a:pPr/>
              <a:t>20</a:t>
            </a:fld>
            <a:endParaRPr kumimoji="1" lang="ja-JP" altLang="en-US"/>
          </a:p>
        </p:txBody>
      </p:sp>
      <p:sp>
        <p:nvSpPr>
          <p:cNvPr id="11" name="コンテンツ プレースホルダー 10">
            <a:extLst>
              <a:ext uri="{FF2B5EF4-FFF2-40B4-BE49-F238E27FC236}">
                <a16:creationId xmlns:a16="http://schemas.microsoft.com/office/drawing/2014/main" id="{A9B28A80-0D99-4E93-3A65-457C9CDCE7FF}"/>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软件架构设计例子</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6" name="図 5" descr="タイムライン&#10;&#10;AI 生成コンテンツは誤りを含む可能性があります。">
            <a:extLst>
              <a:ext uri="{FF2B5EF4-FFF2-40B4-BE49-F238E27FC236}">
                <a16:creationId xmlns:a16="http://schemas.microsoft.com/office/drawing/2014/main" id="{D76578A9-3DD8-7D81-64C2-1F369A449B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454" y="1169410"/>
            <a:ext cx="5329666" cy="3370446"/>
          </a:xfrm>
          <a:prstGeom prst="rect">
            <a:avLst/>
          </a:prstGeom>
        </p:spPr>
      </p:pic>
      <p:sp>
        <p:nvSpPr>
          <p:cNvPr id="18" name="正方形/長方形 17">
            <a:extLst>
              <a:ext uri="{FF2B5EF4-FFF2-40B4-BE49-F238E27FC236}">
                <a16:creationId xmlns:a16="http://schemas.microsoft.com/office/drawing/2014/main" id="{81BEC289-794A-17A1-F200-2B9D5D7F3047}"/>
              </a:ext>
            </a:extLst>
          </p:cNvPr>
          <p:cNvSpPr/>
          <p:nvPr/>
        </p:nvSpPr>
        <p:spPr>
          <a:xfrm>
            <a:off x="628230" y="4616337"/>
            <a:ext cx="3067500"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模板详细参考：</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SWE2_××_</a:t>
            </a:r>
            <a:r>
              <a:rPr kumimoji="1" lang="zh-CN" altLang="en-US" sz="800" dirty="0">
                <a:solidFill>
                  <a:schemeClr val="tx1"/>
                </a:solidFill>
                <a:latin typeface="Microsoft YaHei" panose="020B0503020204020204" pitchFamily="34" charset="-122"/>
                <a:ea typeface="Microsoft YaHei" panose="020B0503020204020204" pitchFamily="34" charset="-122"/>
                <a:hlinkClick r:id="rId4" action="ppaction://hlinkfile"/>
              </a:rPr>
              <a:t>软件架构设计说明书例子</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_V1.0.xlsx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5" name="雲 4">
            <a:extLst>
              <a:ext uri="{FF2B5EF4-FFF2-40B4-BE49-F238E27FC236}">
                <a16:creationId xmlns:a16="http://schemas.microsoft.com/office/drawing/2014/main" id="{FF516C15-A099-72A7-0438-60E9B545FF3A}"/>
              </a:ext>
            </a:extLst>
          </p:cNvPr>
          <p:cNvSpPr/>
          <p:nvPr/>
        </p:nvSpPr>
        <p:spPr>
          <a:xfrm>
            <a:off x="6437588" y="1784358"/>
            <a:ext cx="1823543"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rPr>
              <a:t>这是架构设计吗？</a:t>
            </a:r>
            <a:endParaRPr kumimoji="1" lang="ja-JP" altLang="en-US" sz="1100" dirty="0" err="1">
              <a:solidFill>
                <a:schemeClr val="tx1"/>
              </a:solidFill>
            </a:endParaRPr>
          </a:p>
        </p:txBody>
      </p:sp>
      <p:sp>
        <p:nvSpPr>
          <p:cNvPr id="8" name="雲 7">
            <a:extLst>
              <a:ext uri="{FF2B5EF4-FFF2-40B4-BE49-F238E27FC236}">
                <a16:creationId xmlns:a16="http://schemas.microsoft.com/office/drawing/2014/main" id="{B0CFDF5C-C59D-A24C-0693-1747375D63C2}"/>
              </a:ext>
            </a:extLst>
          </p:cNvPr>
          <p:cNvSpPr/>
          <p:nvPr/>
        </p:nvSpPr>
        <p:spPr>
          <a:xfrm>
            <a:off x="6513929" y="2728521"/>
            <a:ext cx="1901703" cy="985537"/>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rPr>
              <a:t>因为项目组已经用了</a:t>
            </a:r>
            <a:r>
              <a:rPr kumimoji="1" lang="en-US" altLang="zh-CN" sz="1100" dirty="0" err="1">
                <a:solidFill>
                  <a:schemeClr val="tx1"/>
                </a:solidFill>
              </a:rPr>
              <a:t>autosar</a:t>
            </a:r>
            <a:r>
              <a:rPr kumimoji="1" lang="zh-CN" altLang="en-US" sz="1100" dirty="0">
                <a:solidFill>
                  <a:schemeClr val="tx1"/>
                </a:solidFill>
              </a:rPr>
              <a:t>架构，所以不用做架构设计了？</a:t>
            </a:r>
            <a:endParaRPr kumimoji="1" lang="ja-JP" altLang="en-US" sz="1100" dirty="0" err="1">
              <a:solidFill>
                <a:schemeClr val="tx1"/>
              </a:solidFill>
            </a:endParaRPr>
          </a:p>
        </p:txBody>
      </p:sp>
    </p:spTree>
    <p:extLst>
      <p:ext uri="{BB962C8B-B14F-4D97-AF65-F5344CB8AC3E}">
        <p14:creationId xmlns:p14="http://schemas.microsoft.com/office/powerpoint/2010/main" val="1548036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78825-D493-7C62-62A4-FA7D394E33C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3071F01-55A1-ABB0-9A9E-177872A71B90}"/>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CC9A56A7-42A6-4425-C27A-1B62AA80EECF}"/>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F79EEAB5-20EE-6F1E-59AC-911E31CC78BD}"/>
              </a:ext>
            </a:extLst>
          </p:cNvPr>
          <p:cNvSpPr>
            <a:spLocks noGrp="1"/>
          </p:cNvSpPr>
          <p:nvPr>
            <p:ph type="sldNum" sz="quarter" idx="4"/>
          </p:nvPr>
        </p:nvSpPr>
        <p:spPr/>
        <p:txBody>
          <a:bodyPr/>
          <a:lstStyle/>
          <a:p>
            <a:fld id="{4D029D89-7B63-4C94-AD4D-2E4D6BB83637}" type="slidenum">
              <a:rPr kumimoji="1" lang="ja-JP" altLang="en-US" smtClean="0"/>
              <a:pPr/>
              <a:t>21</a:t>
            </a:fld>
            <a:endParaRPr kumimoji="1" lang="ja-JP" altLang="en-US"/>
          </a:p>
        </p:txBody>
      </p:sp>
      <p:sp>
        <p:nvSpPr>
          <p:cNvPr id="11" name="コンテンツ プレースホルダー 10">
            <a:extLst>
              <a:ext uri="{FF2B5EF4-FFF2-40B4-BE49-F238E27FC236}">
                <a16:creationId xmlns:a16="http://schemas.microsoft.com/office/drawing/2014/main" id="{1F9AAE5A-5C88-BDF5-7D36-8D807C738B8A}"/>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软件架构设计例子</a:t>
            </a:r>
            <a:r>
              <a:rPr lang="en-US" altLang="zh-CN" dirty="0">
                <a:solidFill>
                  <a:srgbClr val="2400B0"/>
                </a:solidFill>
                <a:latin typeface="Microsoft YaHei" panose="020B0503020204020204" pitchFamily="34" charset="-122"/>
                <a:ea typeface="Microsoft YaHei" panose="020B0503020204020204" pitchFamily="34" charset="-122"/>
              </a:rPr>
              <a:t>-FNST</a:t>
            </a:r>
            <a:r>
              <a:rPr lang="zh-CN" altLang="en-US" dirty="0">
                <a:solidFill>
                  <a:srgbClr val="2400B0"/>
                </a:solidFill>
                <a:latin typeface="Microsoft YaHei" panose="020B0503020204020204" pitchFamily="34" charset="-122"/>
                <a:ea typeface="Microsoft YaHei" panose="020B0503020204020204" pitchFamily="34" charset="-122"/>
              </a:rPr>
              <a:t>作业中比较像架构设计的例子</a:t>
            </a: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endParaRPr>
          </a:p>
          <a:p>
            <a:pPr marL="0" indent="0">
              <a:buNone/>
            </a:pPr>
            <a:endParaRPr lang="ja-JP" altLang="en-US" dirty="0"/>
          </a:p>
        </p:txBody>
      </p:sp>
      <p:pic>
        <p:nvPicPr>
          <p:cNvPr id="6" name="図 5" descr="ダイアグラム&#10;&#10;AI 生成コンテンツは誤りを含む可能性があります。">
            <a:extLst>
              <a:ext uri="{FF2B5EF4-FFF2-40B4-BE49-F238E27FC236}">
                <a16:creationId xmlns:a16="http://schemas.microsoft.com/office/drawing/2014/main" id="{231CC720-008F-DF96-0085-6BFD545A69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6621" y="1318903"/>
            <a:ext cx="4382242" cy="1526566"/>
          </a:xfrm>
          <a:prstGeom prst="rect">
            <a:avLst/>
          </a:prstGeom>
        </p:spPr>
      </p:pic>
      <p:sp>
        <p:nvSpPr>
          <p:cNvPr id="12" name="正方形/長方形 11">
            <a:extLst>
              <a:ext uri="{FF2B5EF4-FFF2-40B4-BE49-F238E27FC236}">
                <a16:creationId xmlns:a16="http://schemas.microsoft.com/office/drawing/2014/main" id="{0D11529E-1C85-5886-CBE2-E9029194C047}"/>
              </a:ext>
            </a:extLst>
          </p:cNvPr>
          <p:cNvSpPr/>
          <p:nvPr/>
        </p:nvSpPr>
        <p:spPr>
          <a:xfrm>
            <a:off x="389398" y="4591522"/>
            <a:ext cx="383576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另一个架构设计的例子可以参考</a:t>
            </a:r>
            <a:r>
              <a:rPr kumimoji="1" lang="en-US" altLang="zh-CN" sz="800" dirty="0">
                <a:solidFill>
                  <a:schemeClr val="tx1"/>
                </a:solidFill>
                <a:latin typeface="Microsoft YaHei" panose="020B0503020204020204" pitchFamily="34" charset="-122"/>
                <a:ea typeface="Microsoft YaHei" panose="020B0503020204020204" pitchFamily="34" charset="-122"/>
              </a:rPr>
              <a:t>CECU ETH_GW</a:t>
            </a:r>
            <a:r>
              <a:rPr kumimoji="1" lang="zh-CN" altLang="en-US" sz="800" dirty="0">
                <a:solidFill>
                  <a:schemeClr val="tx1"/>
                </a:solidFill>
                <a:latin typeface="Microsoft YaHei" panose="020B0503020204020204" pitchFamily="34" charset="-122"/>
                <a:ea typeface="Microsoft YaHei" panose="020B0503020204020204" pitchFamily="34" charset="-122"/>
              </a:rPr>
              <a:t>的简易设计，但要注意涉密问题。</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14" name="図 13" descr="テーブル&#10;&#10;AI 生成コンテンツは誤りを含む可能性があります。">
            <a:extLst>
              <a:ext uri="{FF2B5EF4-FFF2-40B4-BE49-F238E27FC236}">
                <a16:creationId xmlns:a16="http://schemas.microsoft.com/office/drawing/2014/main" id="{38CD574D-06E2-3D99-A811-F6C2513DF8D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5021" y="2704027"/>
            <a:ext cx="4742257" cy="1593199"/>
          </a:xfrm>
          <a:prstGeom prst="rect">
            <a:avLst/>
          </a:prstGeom>
        </p:spPr>
      </p:pic>
      <p:sp>
        <p:nvSpPr>
          <p:cNvPr id="15" name="テキスト ボックス 14">
            <a:extLst>
              <a:ext uri="{FF2B5EF4-FFF2-40B4-BE49-F238E27FC236}">
                <a16:creationId xmlns:a16="http://schemas.microsoft.com/office/drawing/2014/main" id="{DC4CE6F2-A3C8-CB88-BFAB-C3BDD136038F}"/>
              </a:ext>
            </a:extLst>
          </p:cNvPr>
          <p:cNvSpPr txBox="1"/>
          <p:nvPr/>
        </p:nvSpPr>
        <p:spPr>
          <a:xfrm>
            <a:off x="6022955" y="1770862"/>
            <a:ext cx="2635248" cy="1007794"/>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400" b="1" dirty="0">
                <a:solidFill>
                  <a:schemeClr val="bg1"/>
                </a:solidFill>
                <a:latin typeface="微软雅黑" panose="020B0503020204020204" pitchFamily="34" charset="-122"/>
                <a:ea typeface="微软雅黑" panose="020B0503020204020204" pitchFamily="34" charset="-122"/>
              </a:rPr>
              <a:t>PT</a:t>
            </a:r>
            <a:r>
              <a:rPr lang="zh-CN" altLang="en-US" sz="1400" b="1" dirty="0">
                <a:solidFill>
                  <a:schemeClr val="bg1"/>
                </a:solidFill>
                <a:latin typeface="微软雅黑" panose="020B0503020204020204" pitchFamily="34" charset="-122"/>
                <a:ea typeface="微软雅黑" panose="020B0503020204020204" pitchFamily="34" charset="-122"/>
              </a:rPr>
              <a:t>目前作业中的</a:t>
            </a:r>
            <a:r>
              <a:rPr lang="en-US" altLang="zh-CN" sz="1400" b="1" dirty="0">
                <a:solidFill>
                  <a:schemeClr val="bg1"/>
                </a:solidFill>
                <a:latin typeface="微软雅黑" panose="020B0503020204020204" pitchFamily="34" charset="-122"/>
                <a:ea typeface="微软雅黑" panose="020B0503020204020204" pitchFamily="34" charset="-122"/>
              </a:rPr>
              <a:t>BD</a:t>
            </a:r>
            <a:r>
              <a:rPr lang="zh-CN" altLang="en-US" sz="1400" b="1" dirty="0">
                <a:solidFill>
                  <a:schemeClr val="bg1"/>
                </a:solidFill>
                <a:latin typeface="微软雅黑" panose="020B0503020204020204" pitchFamily="34" charset="-122"/>
                <a:ea typeface="微软雅黑" panose="020B0503020204020204" pitchFamily="34" charset="-122"/>
              </a:rPr>
              <a:t>和</a:t>
            </a:r>
            <a:r>
              <a:rPr lang="en-US" altLang="zh-CN" sz="1400" b="1" dirty="0">
                <a:solidFill>
                  <a:schemeClr val="bg1"/>
                </a:solidFill>
                <a:latin typeface="微软雅黑" panose="020B0503020204020204" pitchFamily="34" charset="-122"/>
                <a:ea typeface="微软雅黑" panose="020B0503020204020204" pitchFamily="34" charset="-122"/>
              </a:rPr>
              <a:t>FD</a:t>
            </a:r>
            <a:r>
              <a:rPr lang="zh-CN" altLang="en-US" sz="1400" b="1" dirty="0">
                <a:solidFill>
                  <a:schemeClr val="bg1"/>
                </a:solidFill>
                <a:latin typeface="微软雅黑" panose="020B0503020204020204" pitchFamily="34" charset="-122"/>
                <a:ea typeface="微软雅黑" panose="020B0503020204020204" pitchFamily="34" charset="-122"/>
              </a:rPr>
              <a:t>的一部分属于</a:t>
            </a:r>
            <a:r>
              <a:rPr lang="en-US" altLang="zh-CN" sz="1400" b="1" dirty="0">
                <a:solidFill>
                  <a:schemeClr val="bg1"/>
                </a:solidFill>
                <a:latin typeface="微软雅黑" panose="020B0503020204020204" pitchFamily="34" charset="-122"/>
                <a:ea typeface="微软雅黑" panose="020B0503020204020204" pitchFamily="34" charset="-122"/>
              </a:rPr>
              <a:t>ASPICE</a:t>
            </a:r>
            <a:r>
              <a:rPr lang="zh-CN" altLang="en-US" sz="1400" b="1" dirty="0">
                <a:solidFill>
                  <a:schemeClr val="bg1"/>
                </a:solidFill>
                <a:latin typeface="微软雅黑" panose="020B0503020204020204" pitchFamily="34" charset="-122"/>
                <a:ea typeface="微软雅黑" panose="020B0503020204020204" pitchFamily="34" charset="-122"/>
              </a:rPr>
              <a:t>中所说的架构设计。</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083815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F0232-4142-DEF7-443A-CAE4CCD073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0AE92D2-D435-A482-DC9B-876969D29447}"/>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82B37D60-218F-6AB3-6EAE-E632380C5824}"/>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4D31CDCD-CEB8-AA7A-DD91-5220FFC1137E}"/>
              </a:ext>
            </a:extLst>
          </p:cNvPr>
          <p:cNvSpPr>
            <a:spLocks noGrp="1"/>
          </p:cNvSpPr>
          <p:nvPr>
            <p:ph type="sldNum" sz="quarter" idx="4"/>
          </p:nvPr>
        </p:nvSpPr>
        <p:spPr/>
        <p:txBody>
          <a:bodyPr/>
          <a:lstStyle/>
          <a:p>
            <a:fld id="{4D029D89-7B63-4C94-AD4D-2E4D6BB83637}" type="slidenum">
              <a:rPr kumimoji="1" lang="ja-JP" altLang="en-US" smtClean="0"/>
              <a:pPr/>
              <a:t>22</a:t>
            </a:fld>
            <a:endParaRPr kumimoji="1" lang="ja-JP" altLang="en-US"/>
          </a:p>
        </p:txBody>
      </p:sp>
      <p:sp>
        <p:nvSpPr>
          <p:cNvPr id="11" name="コンテンツ プレースホルダー 10">
            <a:extLst>
              <a:ext uri="{FF2B5EF4-FFF2-40B4-BE49-F238E27FC236}">
                <a16:creationId xmlns:a16="http://schemas.microsoft.com/office/drawing/2014/main" id="{AFAB9DAB-704C-BCD8-9B2E-C5C4D7FCF313}"/>
              </a:ext>
            </a:extLst>
          </p:cNvPr>
          <p:cNvSpPr>
            <a:spLocks noGrp="1"/>
          </p:cNvSpPr>
          <p:nvPr>
            <p:ph idx="1"/>
          </p:nvPr>
        </p:nvSpPr>
        <p:spPr>
          <a:xfrm>
            <a:off x="230400" y="750438"/>
            <a:ext cx="8679600" cy="4198933"/>
          </a:xfrm>
        </p:spPr>
        <p:txBody>
          <a:bodyPr/>
          <a:lstStyle/>
          <a:p>
            <a:r>
              <a:rPr lang="en-US" altLang="zh-CN" dirty="0">
                <a:latin typeface="Microsoft YaHei" panose="020B0503020204020204" pitchFamily="34" charset="-122"/>
                <a:ea typeface="Microsoft YaHei" panose="020B0503020204020204" pitchFamily="34" charset="-122"/>
              </a:rPr>
              <a:t>SWE.3 </a:t>
            </a:r>
            <a:r>
              <a:rPr lang="zh-CN" altLang="en-US" dirty="0">
                <a:latin typeface="Microsoft YaHei" panose="020B0503020204020204" pitchFamily="34" charset="-122"/>
                <a:ea typeface="Microsoft YaHei" panose="020B0503020204020204" pitchFamily="34" charset="-122"/>
              </a:rPr>
              <a:t>软件详细设计和单元构建</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aphicFrame>
        <p:nvGraphicFramePr>
          <p:cNvPr id="5" name="表 4">
            <a:extLst>
              <a:ext uri="{FF2B5EF4-FFF2-40B4-BE49-F238E27FC236}">
                <a16:creationId xmlns:a16="http://schemas.microsoft.com/office/drawing/2014/main" id="{BBB1F23E-7F13-A509-F38D-56A6934E7C95}"/>
              </a:ext>
            </a:extLst>
          </p:cNvPr>
          <p:cNvGraphicFramePr>
            <a:graphicFrameLocks noGrp="1"/>
          </p:cNvGraphicFramePr>
          <p:nvPr>
            <p:extLst>
              <p:ext uri="{D42A27DB-BD31-4B8C-83A1-F6EECF244321}">
                <p14:modId xmlns:p14="http://schemas.microsoft.com/office/powerpoint/2010/main" val="862465555"/>
              </p:ext>
            </p:extLst>
          </p:nvPr>
        </p:nvGraphicFramePr>
        <p:xfrm>
          <a:off x="362644" y="1082648"/>
          <a:ext cx="8712777" cy="3583049"/>
        </p:xfrm>
        <a:graphic>
          <a:graphicData uri="http://schemas.openxmlformats.org/drawingml/2006/table">
            <a:tbl>
              <a:tblPr firstRow="1" bandRow="1">
                <a:tableStyleId>{C4B1156A-380E-4F78-BDF5-A606A8083BF9}</a:tableStyleId>
              </a:tblPr>
              <a:tblGrid>
                <a:gridCol w="672587">
                  <a:extLst>
                    <a:ext uri="{9D8B030D-6E8A-4147-A177-3AD203B41FA5}">
                      <a16:colId xmlns:a16="http://schemas.microsoft.com/office/drawing/2014/main" val="2515361088"/>
                    </a:ext>
                  </a:extLst>
                </a:gridCol>
                <a:gridCol w="950323">
                  <a:extLst>
                    <a:ext uri="{9D8B030D-6E8A-4147-A177-3AD203B41FA5}">
                      <a16:colId xmlns:a16="http://schemas.microsoft.com/office/drawing/2014/main" val="2844542742"/>
                    </a:ext>
                  </a:extLst>
                </a:gridCol>
                <a:gridCol w="7089867">
                  <a:extLst>
                    <a:ext uri="{9D8B030D-6E8A-4147-A177-3AD203B41FA5}">
                      <a16:colId xmlns:a16="http://schemas.microsoft.com/office/drawing/2014/main" val="924176660"/>
                    </a:ext>
                  </a:extLst>
                </a:gridCol>
              </a:tblGrid>
              <a:tr h="136352">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过程参考模型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过程标识符</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a:t>
                      </a: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3</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1112765915"/>
                  </a:ext>
                </a:extLst>
              </a:tr>
              <a:tr h="221925">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过程名称</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软件详细设计和单元构建</a:t>
                      </a:r>
                    </a:p>
                  </a:txBody>
                  <a:tcPr/>
                </a:tc>
                <a:extLst>
                  <a:ext uri="{0D108BD9-81ED-4DB2-BD59-A6C34878D82A}">
                    <a16:rowId xmlns:a16="http://schemas.microsoft.com/office/drawing/2014/main" val="3659210155"/>
                  </a:ext>
                </a:extLst>
              </a:tr>
              <a:tr h="221925">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过程目的</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建立与软件架构一致的软件详细设计，包括静态和动态方面，并构建与软件详细设计一致的软件单元。	</a:t>
                      </a:r>
                    </a:p>
                  </a:txBody>
                  <a:tcPr/>
                </a:tc>
                <a:extLst>
                  <a:ext uri="{0D108BD9-81ED-4DB2-BD59-A6C34878D82A}">
                    <a16:rowId xmlns:a16="http://schemas.microsoft.com/office/drawing/2014/main" val="3948535795"/>
                  </a:ext>
                </a:extLst>
              </a:tr>
              <a:tr h="678324">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过程结果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指定详细设计，包括静态和动态方面。</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生成软件详细设计中指定的软件单元。</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在软件详细设计和软件架构之间建立一致性和双向可追溯性；在源代码和软件详细设计之间建立一致性和双向可追溯性；在软件详细设计和软件需求之间建立一致性和双向可追溯性。</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将源代码和商定的软件详细设计传达给所有相关方。</a:t>
                      </a:r>
                    </a:p>
                  </a:txBody>
                  <a:tcPr/>
                </a:tc>
                <a:extLst>
                  <a:ext uri="{0D108BD9-81ED-4DB2-BD59-A6C34878D82A}">
                    <a16:rowId xmlns:a16="http://schemas.microsoft.com/office/drawing/2014/main" val="2956120529"/>
                  </a:ext>
                </a:extLst>
              </a:tr>
              <a:tr h="1370712">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过程实施指标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基本实践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SWE.3.BP1</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：明确详细设计的静态方面。为每个软件组件指定其软件单元的行为、静态结构和关系、接口。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SWE.3.BP2</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：明确详细设计的动态方面。说明并记录详细设计中与软件架构有关的动态方面，包括相关软件单元之间的交互，以实现组件的动态行为。		</a:t>
                      </a:r>
                    </a:p>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SWE.3.BP3</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：开发软件单元。根据详细设计和编码原则开发和记录软件单元。	</a:t>
                      </a:r>
                    </a:p>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SWE.3.BP4</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一致性并建立双向可追溯性。确保软件详细设计与软件之间的一致性并建立双向可追溯性架构。确保已开发软件单元与软件详细设计之间的一致性并建立双向可追溯性。确保软件详细设计与软件需求之间的一致性并建立可追溯性。</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SWE.3.BP5</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：沟通商定的软件详细设计和开发的软件单元。将商定的软件详细设计和已开发的软件单元传达给所有相关方。					</a:t>
                      </a:r>
                    </a:p>
                  </a:txBody>
                  <a:tcPr/>
                </a:tc>
                <a:extLst>
                  <a:ext uri="{0D108BD9-81ED-4DB2-BD59-A6C34878D82A}">
                    <a16:rowId xmlns:a16="http://schemas.microsoft.com/office/drawing/2014/main" val="2847911831"/>
                  </a:ext>
                </a:extLst>
              </a:tr>
              <a:tr h="275969">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04-05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软件详细设计 、</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11-05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软件单元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一致性证据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p>
                  </a:txBody>
                  <a:tcPr/>
                </a:tc>
                <a:extLst>
                  <a:ext uri="{0D108BD9-81ED-4DB2-BD59-A6C34878D82A}">
                    <a16:rowId xmlns:a16="http://schemas.microsoft.com/office/drawing/2014/main" val="2088567643"/>
                  </a:ext>
                </a:extLst>
              </a:tr>
            </a:tbl>
          </a:graphicData>
        </a:graphic>
      </p:graphicFrame>
      <p:sp>
        <p:nvSpPr>
          <p:cNvPr id="6" name="正方形/長方形 5">
            <a:extLst>
              <a:ext uri="{FF2B5EF4-FFF2-40B4-BE49-F238E27FC236}">
                <a16:creationId xmlns:a16="http://schemas.microsoft.com/office/drawing/2014/main" id="{50C207C1-EE32-476B-E904-3BB6B4843730}"/>
              </a:ext>
            </a:extLst>
          </p:cNvPr>
          <p:cNvSpPr/>
          <p:nvPr/>
        </p:nvSpPr>
        <p:spPr>
          <a:xfrm>
            <a:off x="234000" y="4712166"/>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详细参照模型：</a:t>
            </a:r>
            <a:r>
              <a:rPr kumimoji="1" lang="en-US" altLang="zh-CN" sz="800" dirty="0">
                <a:solidFill>
                  <a:schemeClr val="tx1"/>
                </a:solidFill>
                <a:latin typeface="Microsoft YaHei" panose="020B0503020204020204" pitchFamily="34" charset="-122"/>
                <a:ea typeface="Microsoft YaHei" panose="020B0503020204020204" pitchFamily="34" charset="-122"/>
              </a:rPr>
              <a:t>Automotive-SPICE-PAM-v40.pdf</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273982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A45F5-FEDC-2736-8686-2734DD9D761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45CB7E7-CA7C-01B8-164A-F9ADE7BDE446}"/>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866DC104-336A-3402-7EB1-1D63CAE16C91}"/>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9B272CA5-57F9-3DD3-5FDD-234F3DB5AB2D}"/>
              </a:ext>
            </a:extLst>
          </p:cNvPr>
          <p:cNvSpPr>
            <a:spLocks noGrp="1"/>
          </p:cNvSpPr>
          <p:nvPr>
            <p:ph type="sldNum" sz="quarter" idx="4"/>
          </p:nvPr>
        </p:nvSpPr>
        <p:spPr/>
        <p:txBody>
          <a:bodyPr/>
          <a:lstStyle/>
          <a:p>
            <a:fld id="{4D029D89-7B63-4C94-AD4D-2E4D6BB83637}" type="slidenum">
              <a:rPr kumimoji="1" lang="ja-JP" altLang="en-US" smtClean="0"/>
              <a:pPr/>
              <a:t>23</a:t>
            </a:fld>
            <a:endParaRPr kumimoji="1" lang="ja-JP" altLang="en-US"/>
          </a:p>
        </p:txBody>
      </p:sp>
      <p:sp>
        <p:nvSpPr>
          <p:cNvPr id="11" name="コンテンツ プレースホルダー 10">
            <a:extLst>
              <a:ext uri="{FF2B5EF4-FFF2-40B4-BE49-F238E27FC236}">
                <a16:creationId xmlns:a16="http://schemas.microsoft.com/office/drawing/2014/main" id="{EDA9912C-37B4-6969-9ABB-D8CE55E40EDD}"/>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软件详细设计例子</a:t>
            </a: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endParaRPr>
          </a:p>
          <a:p>
            <a:pPr marL="0" indent="0">
              <a:buNone/>
            </a:pPr>
            <a:endParaRPr lang="ja-JP" altLang="en-US" dirty="0"/>
          </a:p>
        </p:txBody>
      </p:sp>
      <p:pic>
        <p:nvPicPr>
          <p:cNvPr id="6" name="図 5" descr="ダイアグラム&#10;&#10;AI 生成コンテンツは誤りを含む可能性があります。">
            <a:extLst>
              <a:ext uri="{FF2B5EF4-FFF2-40B4-BE49-F238E27FC236}">
                <a16:creationId xmlns:a16="http://schemas.microsoft.com/office/drawing/2014/main" id="{97EAC388-4C46-BEFF-77A5-0BD3F66B47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89" y="1412984"/>
            <a:ext cx="1543447" cy="2317531"/>
          </a:xfrm>
          <a:prstGeom prst="rect">
            <a:avLst/>
          </a:prstGeom>
        </p:spPr>
      </p:pic>
      <p:graphicFrame>
        <p:nvGraphicFramePr>
          <p:cNvPr id="9" name="表 8">
            <a:extLst>
              <a:ext uri="{FF2B5EF4-FFF2-40B4-BE49-F238E27FC236}">
                <a16:creationId xmlns:a16="http://schemas.microsoft.com/office/drawing/2014/main" id="{CE5EEA8E-0A21-70FB-C8D4-99C2346B540A}"/>
              </a:ext>
            </a:extLst>
          </p:cNvPr>
          <p:cNvGraphicFramePr>
            <a:graphicFrameLocks noGrp="1"/>
          </p:cNvGraphicFramePr>
          <p:nvPr>
            <p:extLst>
              <p:ext uri="{D42A27DB-BD31-4B8C-83A1-F6EECF244321}">
                <p14:modId xmlns:p14="http://schemas.microsoft.com/office/powerpoint/2010/main" val="1455801954"/>
              </p:ext>
            </p:extLst>
          </p:nvPr>
        </p:nvGraphicFramePr>
        <p:xfrm>
          <a:off x="2584451" y="1886125"/>
          <a:ext cx="5385032" cy="741680"/>
        </p:xfrm>
        <a:graphic>
          <a:graphicData uri="http://schemas.openxmlformats.org/drawingml/2006/table">
            <a:tbl>
              <a:tblPr firstRow="1" bandRow="1">
                <a:tableStyleId>{00A15C55-8517-42AA-B614-E9B94910E393}</a:tableStyleId>
              </a:tblPr>
              <a:tblGrid>
                <a:gridCol w="912341">
                  <a:extLst>
                    <a:ext uri="{9D8B030D-6E8A-4147-A177-3AD203B41FA5}">
                      <a16:colId xmlns:a16="http://schemas.microsoft.com/office/drawing/2014/main" val="1912706162"/>
                    </a:ext>
                  </a:extLst>
                </a:gridCol>
                <a:gridCol w="892328">
                  <a:extLst>
                    <a:ext uri="{9D8B030D-6E8A-4147-A177-3AD203B41FA5}">
                      <a16:colId xmlns:a16="http://schemas.microsoft.com/office/drawing/2014/main" val="757923047"/>
                    </a:ext>
                  </a:extLst>
                </a:gridCol>
                <a:gridCol w="1346375">
                  <a:extLst>
                    <a:ext uri="{9D8B030D-6E8A-4147-A177-3AD203B41FA5}">
                      <a16:colId xmlns:a16="http://schemas.microsoft.com/office/drawing/2014/main" val="911032960"/>
                    </a:ext>
                  </a:extLst>
                </a:gridCol>
                <a:gridCol w="1226557">
                  <a:extLst>
                    <a:ext uri="{9D8B030D-6E8A-4147-A177-3AD203B41FA5}">
                      <a16:colId xmlns:a16="http://schemas.microsoft.com/office/drawing/2014/main" val="3917965465"/>
                    </a:ext>
                  </a:extLst>
                </a:gridCol>
                <a:gridCol w="1007431">
                  <a:extLst>
                    <a:ext uri="{9D8B030D-6E8A-4147-A177-3AD203B41FA5}">
                      <a16:colId xmlns:a16="http://schemas.microsoft.com/office/drawing/2014/main" val="324178634"/>
                    </a:ext>
                  </a:extLst>
                </a:gridCol>
              </a:tblGrid>
              <a:tr h="370840">
                <a:tc>
                  <a:txBody>
                    <a:bodyPr/>
                    <a:lstStyle/>
                    <a:p>
                      <a:pPr algn="l" fontAlgn="ctr"/>
                      <a:r>
                        <a:rPr lang="ja-JP" altLang="en-US" sz="1000" b="1" i="0" u="none" strike="noStrike" dirty="0">
                          <a:solidFill>
                            <a:schemeClr val="bg1"/>
                          </a:solidFill>
                          <a:effectLst/>
                          <a:latin typeface="Microsoft YaHei" panose="020B0503020204020204" pitchFamily="34" charset="-122"/>
                          <a:ea typeface="Microsoft YaHei" panose="020B0503020204020204" pitchFamily="34" charset="-122"/>
                        </a:rPr>
                        <a:t>接口名</a:t>
                      </a:r>
                    </a:p>
                  </a:txBody>
                  <a:tcPr marL="6350" marR="6350" marT="6350" marB="0" anchor="ctr"/>
                </a:tc>
                <a:tc>
                  <a:txBody>
                    <a:bodyPr/>
                    <a:lstStyle/>
                    <a:p>
                      <a:pPr algn="l" fontAlgn="ctr"/>
                      <a:r>
                        <a:rPr lang="ja-JP" altLang="en-US" sz="1000" b="1" i="0" u="none" strike="noStrike" dirty="0">
                          <a:solidFill>
                            <a:schemeClr val="bg1"/>
                          </a:solidFill>
                          <a:effectLst/>
                          <a:latin typeface="Microsoft YaHei" panose="020B0503020204020204" pitchFamily="34" charset="-122"/>
                          <a:ea typeface="Microsoft YaHei" panose="020B0503020204020204" pitchFamily="34" charset="-122"/>
                        </a:rPr>
                        <a:t>定义文件</a:t>
                      </a:r>
                    </a:p>
                  </a:txBody>
                  <a:tcPr marL="6350" marR="6350" marT="6350" marB="0" anchor="ctr"/>
                </a:tc>
                <a:tc>
                  <a:txBody>
                    <a:bodyPr/>
                    <a:lstStyle/>
                    <a:p>
                      <a:pPr algn="l" fontAlgn="ctr"/>
                      <a:r>
                        <a:rPr lang="ja-JP" altLang="en-US" sz="1000" b="1" i="0" u="none" strike="noStrike">
                          <a:solidFill>
                            <a:schemeClr val="bg1"/>
                          </a:solidFill>
                          <a:effectLst/>
                          <a:latin typeface="Microsoft YaHei" panose="020B0503020204020204" pitchFamily="34" charset="-122"/>
                          <a:ea typeface="Microsoft YaHei" panose="020B0503020204020204" pitchFamily="34" charset="-122"/>
                        </a:rPr>
                        <a:t>算出场所</a:t>
                      </a:r>
                    </a:p>
                  </a:txBody>
                  <a:tcPr marL="6350" marR="6350" marT="6350" marB="0" anchor="ctr"/>
                </a:tc>
                <a:tc>
                  <a:txBody>
                    <a:bodyPr/>
                    <a:lstStyle/>
                    <a:p>
                      <a:pPr algn="l" fontAlgn="ctr"/>
                      <a:r>
                        <a:rPr lang="ja-JP" altLang="en-US" sz="1000" b="1" i="0" u="none" strike="noStrike" dirty="0">
                          <a:solidFill>
                            <a:schemeClr val="bg1"/>
                          </a:solidFill>
                          <a:effectLst/>
                          <a:latin typeface="Microsoft YaHei" panose="020B0503020204020204" pitchFamily="34" charset="-122"/>
                          <a:ea typeface="Microsoft YaHei" panose="020B0503020204020204" pitchFamily="34" charset="-122"/>
                        </a:rPr>
                        <a:t>使用场所</a:t>
                      </a:r>
                    </a:p>
                  </a:txBody>
                  <a:tcPr marL="6350" marR="6350" marT="6350" marB="0" anchor="ctr"/>
                </a:tc>
                <a:tc>
                  <a:txBody>
                    <a:bodyPr/>
                    <a:lstStyle/>
                    <a:p>
                      <a:pPr algn="l" fontAlgn="ctr"/>
                      <a:r>
                        <a:rPr lang="ja-JP" altLang="en-US" sz="1000" b="1" i="0" u="none" strike="noStrike" dirty="0">
                          <a:solidFill>
                            <a:schemeClr val="bg1"/>
                          </a:solidFill>
                          <a:effectLst/>
                          <a:latin typeface="Microsoft YaHei" panose="020B0503020204020204" pitchFamily="34" charset="-122"/>
                          <a:ea typeface="Microsoft YaHei" panose="020B0503020204020204" pitchFamily="34" charset="-122"/>
                        </a:rPr>
                        <a:t>备注</a:t>
                      </a:r>
                    </a:p>
                  </a:txBody>
                  <a:tcPr marL="6350" marR="6350" marT="6350" marB="0" anchor="ctr"/>
                </a:tc>
                <a:extLst>
                  <a:ext uri="{0D108BD9-81ED-4DB2-BD59-A6C34878D82A}">
                    <a16:rowId xmlns:a16="http://schemas.microsoft.com/office/drawing/2014/main" val="4064939278"/>
                  </a:ext>
                </a:extLst>
              </a:tr>
              <a:tr h="370840">
                <a:tc>
                  <a:txBody>
                    <a:bodyPr/>
                    <a:lstStyle/>
                    <a:p>
                      <a:endParaRPr kumimoji="1" lang="ja-JP" altLang="en-US" dirty="0">
                        <a:latin typeface="Microsoft YaHei" panose="020B0503020204020204" pitchFamily="34" charset="-122"/>
                        <a:ea typeface="Microsoft YaHei" panose="020B0503020204020204" pitchFamily="34" charset="-122"/>
                      </a:endParaRPr>
                    </a:p>
                  </a:txBody>
                  <a:tcPr/>
                </a:tc>
                <a:tc>
                  <a:txBody>
                    <a:bodyPr/>
                    <a:lstStyle/>
                    <a:p>
                      <a:endParaRPr kumimoji="1" lang="ja-JP" altLang="en-US">
                        <a:latin typeface="Microsoft YaHei" panose="020B0503020204020204" pitchFamily="34" charset="-122"/>
                        <a:ea typeface="Microsoft YaHei" panose="020B0503020204020204" pitchFamily="34" charset="-122"/>
                      </a:endParaRPr>
                    </a:p>
                  </a:txBody>
                  <a:tcPr/>
                </a:tc>
                <a:tc>
                  <a:txBody>
                    <a:bodyPr/>
                    <a:lstStyle/>
                    <a:p>
                      <a:endParaRPr kumimoji="1" lang="ja-JP" altLang="en-US">
                        <a:latin typeface="Microsoft YaHei" panose="020B0503020204020204" pitchFamily="34" charset="-122"/>
                        <a:ea typeface="Microsoft YaHei" panose="020B0503020204020204" pitchFamily="34" charset="-122"/>
                      </a:endParaRPr>
                    </a:p>
                  </a:txBody>
                  <a:tcPr/>
                </a:tc>
                <a:tc>
                  <a:txBody>
                    <a:bodyPr/>
                    <a:lstStyle/>
                    <a:p>
                      <a:endParaRPr kumimoji="1" lang="ja-JP" altLang="en-US">
                        <a:latin typeface="Microsoft YaHei" panose="020B0503020204020204" pitchFamily="34" charset="-122"/>
                        <a:ea typeface="Microsoft YaHei" panose="020B0503020204020204" pitchFamily="34" charset="-122"/>
                      </a:endParaRPr>
                    </a:p>
                  </a:txBody>
                  <a:tcPr/>
                </a:tc>
                <a:tc>
                  <a:txBody>
                    <a:bodyPr/>
                    <a:lstStyle/>
                    <a:p>
                      <a:endParaRPr kumimoji="1" lang="ja-JP" altLang="en-US" dirty="0">
                        <a:latin typeface="Microsoft YaHei" panose="020B0503020204020204" pitchFamily="34" charset="-122"/>
                        <a:ea typeface="Microsoft YaHei" panose="020B0503020204020204" pitchFamily="34" charset="-122"/>
                      </a:endParaRPr>
                    </a:p>
                  </a:txBody>
                  <a:tcPr/>
                </a:tc>
                <a:extLst>
                  <a:ext uri="{0D108BD9-81ED-4DB2-BD59-A6C34878D82A}">
                    <a16:rowId xmlns:a16="http://schemas.microsoft.com/office/drawing/2014/main" val="953706177"/>
                  </a:ext>
                </a:extLst>
              </a:tr>
            </a:tbl>
          </a:graphicData>
        </a:graphic>
      </p:graphicFrame>
      <p:sp>
        <p:nvSpPr>
          <p:cNvPr id="10" name="正方形/長方形 9">
            <a:extLst>
              <a:ext uri="{FF2B5EF4-FFF2-40B4-BE49-F238E27FC236}">
                <a16:creationId xmlns:a16="http://schemas.microsoft.com/office/drawing/2014/main" id="{970B1B34-3557-4C9F-93EE-B635A8F5CB47}"/>
              </a:ext>
            </a:extLst>
          </p:cNvPr>
          <p:cNvSpPr/>
          <p:nvPr/>
        </p:nvSpPr>
        <p:spPr>
          <a:xfrm>
            <a:off x="704708" y="4572603"/>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模板详细参照：</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SWE3_××_</a:t>
            </a:r>
            <a:r>
              <a:rPr kumimoji="1" lang="zh-CN" altLang="en-US" sz="800" dirty="0">
                <a:solidFill>
                  <a:schemeClr val="tx1"/>
                </a:solidFill>
                <a:latin typeface="Microsoft YaHei" panose="020B0503020204020204" pitchFamily="34" charset="-122"/>
                <a:ea typeface="Microsoft YaHei" panose="020B0503020204020204" pitchFamily="34" charset="-122"/>
                <a:hlinkClick r:id="rId4" action="ppaction://hlinkfile"/>
              </a:rPr>
              <a:t>软件详细设计说明书例子</a:t>
            </a:r>
            <a:r>
              <a:rPr kumimoji="1" lang="en-US" altLang="zh-CN" sz="800" dirty="0">
                <a:solidFill>
                  <a:schemeClr val="tx1"/>
                </a:solidFill>
                <a:latin typeface="Microsoft YaHei" panose="020B0503020204020204" pitchFamily="34" charset="-122"/>
                <a:ea typeface="Microsoft YaHei" panose="020B0503020204020204" pitchFamily="34" charset="-122"/>
                <a:hlinkClick r:id="rId4" action="ppaction://hlinkfile"/>
              </a:rPr>
              <a:t>_V1.0.xlsx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12" name="テキスト ボックス 11">
            <a:extLst>
              <a:ext uri="{FF2B5EF4-FFF2-40B4-BE49-F238E27FC236}">
                <a16:creationId xmlns:a16="http://schemas.microsoft.com/office/drawing/2014/main" id="{F5E0C03A-D880-6179-38F1-F84CB1884A11}"/>
              </a:ext>
            </a:extLst>
          </p:cNvPr>
          <p:cNvSpPr txBox="1"/>
          <p:nvPr/>
        </p:nvSpPr>
        <p:spPr>
          <a:xfrm>
            <a:off x="2584451" y="2796569"/>
            <a:ext cx="5385033" cy="383509"/>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400" b="1" dirty="0">
                <a:solidFill>
                  <a:schemeClr val="bg1"/>
                </a:solidFill>
                <a:latin typeface="微软雅黑" panose="020B0503020204020204" pitchFamily="34" charset="-122"/>
                <a:ea typeface="微软雅黑" panose="020B0503020204020204" pitchFamily="34" charset="-122"/>
              </a:rPr>
              <a:t>PT</a:t>
            </a:r>
            <a:r>
              <a:rPr lang="zh-CN" altLang="en-US" sz="1400" b="1" dirty="0">
                <a:solidFill>
                  <a:schemeClr val="bg1"/>
                </a:solidFill>
                <a:latin typeface="微软雅黑" panose="020B0503020204020204" pitchFamily="34" charset="-122"/>
                <a:ea typeface="微软雅黑" panose="020B0503020204020204" pitchFamily="34" charset="-122"/>
              </a:rPr>
              <a:t>目前作业中的</a:t>
            </a:r>
            <a:r>
              <a:rPr lang="en-US" altLang="zh-CN" sz="1400" b="1" dirty="0">
                <a:solidFill>
                  <a:schemeClr val="bg1"/>
                </a:solidFill>
                <a:latin typeface="微软雅黑" panose="020B0503020204020204" pitchFamily="34" charset="-122"/>
                <a:ea typeface="微软雅黑" panose="020B0503020204020204" pitchFamily="34" charset="-122"/>
              </a:rPr>
              <a:t>FD</a:t>
            </a:r>
            <a:r>
              <a:rPr lang="zh-CN" altLang="en-US" sz="1400" b="1" dirty="0">
                <a:solidFill>
                  <a:schemeClr val="bg1"/>
                </a:solidFill>
                <a:latin typeface="微软雅黑" panose="020B0503020204020204" pitchFamily="34" charset="-122"/>
                <a:ea typeface="微软雅黑" panose="020B0503020204020204" pitchFamily="34" charset="-122"/>
              </a:rPr>
              <a:t>的一部分和</a:t>
            </a:r>
            <a:r>
              <a:rPr lang="en-US" altLang="zh-CN" sz="1400" b="1" dirty="0">
                <a:solidFill>
                  <a:schemeClr val="bg1"/>
                </a:solidFill>
                <a:latin typeface="微软雅黑" panose="020B0503020204020204" pitchFamily="34" charset="-122"/>
                <a:ea typeface="微软雅黑" panose="020B0503020204020204" pitchFamily="34" charset="-122"/>
              </a:rPr>
              <a:t>DD</a:t>
            </a:r>
            <a:r>
              <a:rPr lang="zh-CN" altLang="en-US" sz="1400" b="1" dirty="0">
                <a:solidFill>
                  <a:schemeClr val="bg1"/>
                </a:solidFill>
                <a:latin typeface="微软雅黑" panose="020B0503020204020204" pitchFamily="34" charset="-122"/>
                <a:ea typeface="微软雅黑" panose="020B0503020204020204" pitchFamily="34" charset="-122"/>
              </a:rPr>
              <a:t>都可以归为</a:t>
            </a:r>
            <a:r>
              <a:rPr lang="en-US" altLang="zh-CN" sz="1400" b="1" dirty="0">
                <a:solidFill>
                  <a:schemeClr val="bg1"/>
                </a:solidFill>
                <a:latin typeface="微软雅黑" panose="020B0503020204020204" pitchFamily="34" charset="-122"/>
                <a:ea typeface="微软雅黑" panose="020B0503020204020204" pitchFamily="34" charset="-122"/>
              </a:rPr>
              <a:t>ASPICE</a:t>
            </a:r>
            <a:r>
              <a:rPr lang="zh-CN" altLang="en-US" sz="1400" b="1" dirty="0">
                <a:solidFill>
                  <a:schemeClr val="bg1"/>
                </a:solidFill>
                <a:latin typeface="微软雅黑" panose="020B0503020204020204" pitchFamily="34" charset="-122"/>
                <a:ea typeface="微软雅黑" panose="020B0503020204020204" pitchFamily="34" charset="-122"/>
              </a:rPr>
              <a:t>的详细设计。</a:t>
            </a:r>
            <a:endParaRPr lang="en-US" altLang="zh-CN" sz="1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83583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DDC60-04E9-61C4-B38E-6F9295A26C3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8C70AEB-0254-5960-3ADF-586F83228EF4}"/>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DEA7740A-0D45-4AD0-BEF7-C918A610DD66}"/>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607B62B1-8239-3054-0387-D235180C1AFE}"/>
              </a:ext>
            </a:extLst>
          </p:cNvPr>
          <p:cNvSpPr>
            <a:spLocks noGrp="1"/>
          </p:cNvSpPr>
          <p:nvPr>
            <p:ph type="sldNum" sz="quarter" idx="4"/>
          </p:nvPr>
        </p:nvSpPr>
        <p:spPr/>
        <p:txBody>
          <a:bodyPr/>
          <a:lstStyle/>
          <a:p>
            <a:fld id="{4D029D89-7B63-4C94-AD4D-2E4D6BB83637}" type="slidenum">
              <a:rPr kumimoji="1" lang="ja-JP" altLang="en-US" smtClean="0"/>
              <a:pPr/>
              <a:t>24</a:t>
            </a:fld>
            <a:endParaRPr kumimoji="1" lang="ja-JP" altLang="en-US"/>
          </a:p>
        </p:txBody>
      </p:sp>
      <p:sp>
        <p:nvSpPr>
          <p:cNvPr id="11" name="コンテンツ プレースホルダー 10">
            <a:extLst>
              <a:ext uri="{FF2B5EF4-FFF2-40B4-BE49-F238E27FC236}">
                <a16:creationId xmlns:a16="http://schemas.microsoft.com/office/drawing/2014/main" id="{307E8399-FC80-49AE-D8DC-206BB6321DFE}"/>
              </a:ext>
            </a:extLst>
          </p:cNvPr>
          <p:cNvSpPr>
            <a:spLocks noGrp="1"/>
          </p:cNvSpPr>
          <p:nvPr>
            <p:ph idx="1"/>
          </p:nvPr>
        </p:nvSpPr>
        <p:spPr>
          <a:xfrm>
            <a:off x="230400" y="750438"/>
            <a:ext cx="8679600" cy="4198933"/>
          </a:xfrm>
        </p:spPr>
        <p:txBody>
          <a:bodyPr/>
          <a:lstStyle/>
          <a:p>
            <a:r>
              <a:rPr lang="en-US" altLang="zh-CN" dirty="0">
                <a:latin typeface="Microsoft YaHei" panose="020B0503020204020204" pitchFamily="34" charset="-122"/>
                <a:ea typeface="Microsoft YaHei" panose="020B0503020204020204" pitchFamily="34" charset="-122"/>
              </a:rPr>
              <a:t>SWE.4 </a:t>
            </a:r>
            <a:r>
              <a:rPr lang="zh-CN" altLang="en-US" dirty="0">
                <a:latin typeface="Microsoft YaHei" panose="020B0503020204020204" pitchFamily="34" charset="-122"/>
                <a:ea typeface="Microsoft YaHei" panose="020B0503020204020204" pitchFamily="34" charset="-122"/>
              </a:rPr>
              <a:t>软件单元验证</a:t>
            </a:r>
            <a:endParaRPr lang="en-US" altLang="zh-CN" dirty="0">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aphicFrame>
        <p:nvGraphicFramePr>
          <p:cNvPr id="5" name="表 4">
            <a:extLst>
              <a:ext uri="{FF2B5EF4-FFF2-40B4-BE49-F238E27FC236}">
                <a16:creationId xmlns:a16="http://schemas.microsoft.com/office/drawing/2014/main" id="{2850800D-2969-7997-F69F-39EDAC17612A}"/>
              </a:ext>
            </a:extLst>
          </p:cNvPr>
          <p:cNvGraphicFramePr>
            <a:graphicFrameLocks noGrp="1"/>
          </p:cNvGraphicFramePr>
          <p:nvPr>
            <p:extLst>
              <p:ext uri="{D42A27DB-BD31-4B8C-83A1-F6EECF244321}">
                <p14:modId xmlns:p14="http://schemas.microsoft.com/office/powerpoint/2010/main" val="2011035719"/>
              </p:ext>
            </p:extLst>
          </p:nvPr>
        </p:nvGraphicFramePr>
        <p:xfrm>
          <a:off x="362644" y="1082648"/>
          <a:ext cx="8712777" cy="3604260"/>
        </p:xfrm>
        <a:graphic>
          <a:graphicData uri="http://schemas.openxmlformats.org/drawingml/2006/table">
            <a:tbl>
              <a:tblPr firstRow="1" bandRow="1">
                <a:tableStyleId>{C4B1156A-380E-4F78-BDF5-A606A8083BF9}</a:tableStyleId>
              </a:tblPr>
              <a:tblGrid>
                <a:gridCol w="672587">
                  <a:extLst>
                    <a:ext uri="{9D8B030D-6E8A-4147-A177-3AD203B41FA5}">
                      <a16:colId xmlns:a16="http://schemas.microsoft.com/office/drawing/2014/main" val="2515361088"/>
                    </a:ext>
                  </a:extLst>
                </a:gridCol>
                <a:gridCol w="950323">
                  <a:extLst>
                    <a:ext uri="{9D8B030D-6E8A-4147-A177-3AD203B41FA5}">
                      <a16:colId xmlns:a16="http://schemas.microsoft.com/office/drawing/2014/main" val="2844542742"/>
                    </a:ext>
                  </a:extLst>
                </a:gridCol>
                <a:gridCol w="7089867">
                  <a:extLst>
                    <a:ext uri="{9D8B030D-6E8A-4147-A177-3AD203B41FA5}">
                      <a16:colId xmlns:a16="http://schemas.microsoft.com/office/drawing/2014/main" val="924176660"/>
                    </a:ext>
                  </a:extLst>
                </a:gridCol>
              </a:tblGrid>
              <a:tr h="172774">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过程参考模型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过程标识符</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a:t>
                      </a: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4</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1112765915"/>
                  </a:ext>
                </a:extLst>
              </a:tr>
              <a:tr h="285724">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过程名称</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软件单元验证</a:t>
                      </a:r>
                      <a:endPar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3659210155"/>
                  </a:ext>
                </a:extLst>
              </a:tr>
              <a:tr h="24909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过程目的</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验证软件单元与软件详细设计是否一致。</a:t>
                      </a:r>
                    </a:p>
                  </a:txBody>
                  <a:tcPr/>
                </a:tc>
                <a:extLst>
                  <a:ext uri="{0D108BD9-81ED-4DB2-BD59-A6C34878D82A}">
                    <a16:rowId xmlns:a16="http://schemas.microsoft.com/office/drawing/2014/main" val="3948535795"/>
                  </a:ext>
                </a:extLst>
              </a:tr>
              <a:tr h="893803">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过程结果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规定软件单元验证的验证措施。</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根据发布范围选择软件单元验证措施，包括回归验证标准。</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使用选定的验证措施对软件单元进行验证，并记录结果。</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在验证措施和软件单元之间建立一致性和双向可追溯性；在验证结果和验证措施之间建立双向可追溯性。</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对软件单元验证的结果进行总结，并传达给所有相关方。</a:t>
                      </a:r>
                    </a:p>
                  </a:txBody>
                  <a:tcPr/>
                </a:tc>
                <a:extLst>
                  <a:ext uri="{0D108BD9-81ED-4DB2-BD59-A6C34878D82A}">
                    <a16:rowId xmlns:a16="http://schemas.microsoft.com/office/drawing/2014/main" val="2956120529"/>
                  </a:ext>
                </a:extLst>
              </a:tr>
              <a:tr h="1377336">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过程实施指标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基本实践 </a:t>
                      </a:r>
                    </a:p>
                  </a:txBody>
                  <a:tcPr/>
                </a:tc>
                <a:tc>
                  <a:txBody>
                    <a:bodyPr/>
                    <a:lstStyle/>
                    <a:p>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SWE.4.BP1</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：指定软件单元验证措施。为软件详细设计中定义的每个软件单元指定验证措施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SWE.4.BP2</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：选择软件单元验证措施。记录验证措施的选择，考虑选择标准，包括回归验证标准。记录的验证措施选择应根据发布范围具有足够的覆盖范围。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SWE.4.BP3</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：验证软件单元。使用选定的验证措施执行软件单元验证。记录验证结果，包括通过</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未通过状态和相应的验证措施数据。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SWE.4.BP4</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：确保一致性并建立双向可追溯性。确保验证措施与详细设计中定义的软件单元之间的一致性并建立双向可追溯性。在验证结果与验证措施之间建立双向可追溯性。	</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1" i="0" u="none" strike="noStrike" kern="1200" baseline="0" dirty="0">
                          <a:solidFill>
                            <a:schemeClr val="dk1"/>
                          </a:solidFill>
                          <a:latin typeface="Microsoft YaHei" panose="020B0503020204020204" pitchFamily="34" charset="-122"/>
                          <a:ea typeface="Microsoft YaHei" panose="020B0503020204020204" pitchFamily="34" charset="-122"/>
                          <a:cs typeface="+mn-cs"/>
                        </a:rPr>
                        <a:t>SWE.4.BP5</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：总结和沟通结果。总结软件单元验证的结果，并将其传达给所有相关方。			</a:t>
                      </a:r>
                    </a:p>
                  </a:txBody>
                  <a:tcPr/>
                </a:tc>
                <a:extLst>
                  <a:ext uri="{0D108BD9-81ED-4DB2-BD59-A6C34878D82A}">
                    <a16:rowId xmlns:a16="http://schemas.microsoft.com/office/drawing/2014/main" val="2847911831"/>
                  </a:ext>
                </a:extLst>
              </a:tr>
              <a:tr h="41027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08-60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核查措施</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03-50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核查措施数据 、</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08-58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核查措施选择集、</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15-52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核查结果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13-51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一致性证据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沟通证据 	</a:t>
                      </a:r>
                    </a:p>
                  </a:txBody>
                  <a:tcPr/>
                </a:tc>
                <a:extLst>
                  <a:ext uri="{0D108BD9-81ED-4DB2-BD59-A6C34878D82A}">
                    <a16:rowId xmlns:a16="http://schemas.microsoft.com/office/drawing/2014/main" val="2088567643"/>
                  </a:ext>
                </a:extLst>
              </a:tr>
            </a:tbl>
          </a:graphicData>
        </a:graphic>
      </p:graphicFrame>
      <p:sp>
        <p:nvSpPr>
          <p:cNvPr id="6" name="正方形/長方形 5">
            <a:extLst>
              <a:ext uri="{FF2B5EF4-FFF2-40B4-BE49-F238E27FC236}">
                <a16:creationId xmlns:a16="http://schemas.microsoft.com/office/drawing/2014/main" id="{FF5C9652-3947-8B8F-3304-B7A0B601383B}"/>
              </a:ext>
            </a:extLst>
          </p:cNvPr>
          <p:cNvSpPr/>
          <p:nvPr/>
        </p:nvSpPr>
        <p:spPr>
          <a:xfrm>
            <a:off x="234000" y="4741772"/>
            <a:ext cx="3562526"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详细参照模型：</a:t>
            </a:r>
            <a:r>
              <a:rPr kumimoji="1" lang="en-US" altLang="zh-CN" sz="800" dirty="0">
                <a:solidFill>
                  <a:schemeClr val="tx1"/>
                </a:solidFill>
                <a:latin typeface="Microsoft YaHei" panose="020B0503020204020204" pitchFamily="34" charset="-122"/>
                <a:ea typeface="Microsoft YaHei" panose="020B0503020204020204" pitchFamily="34" charset="-122"/>
              </a:rPr>
              <a:t>Automotive-SPICE-PAM-v40.pdf</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7" name="雲 6">
            <a:extLst>
              <a:ext uri="{FF2B5EF4-FFF2-40B4-BE49-F238E27FC236}">
                <a16:creationId xmlns:a16="http://schemas.microsoft.com/office/drawing/2014/main" id="{BDECFAED-128F-CC0E-D79E-1594D8640FCC}"/>
              </a:ext>
            </a:extLst>
          </p:cNvPr>
          <p:cNvSpPr/>
          <p:nvPr/>
        </p:nvSpPr>
        <p:spPr>
          <a:xfrm>
            <a:off x="6053959" y="824093"/>
            <a:ext cx="1459888"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solidFill>
                  <a:schemeClr val="tx1"/>
                </a:solidFill>
              </a:rPr>
              <a:t>verification?</a:t>
            </a:r>
            <a:endParaRPr kumimoji="1" lang="ja-JP" altLang="en-US" sz="1100" dirty="0" err="1">
              <a:solidFill>
                <a:schemeClr val="tx1"/>
              </a:solidFill>
            </a:endParaRPr>
          </a:p>
        </p:txBody>
      </p:sp>
      <p:sp>
        <p:nvSpPr>
          <p:cNvPr id="8" name="雲 7">
            <a:extLst>
              <a:ext uri="{FF2B5EF4-FFF2-40B4-BE49-F238E27FC236}">
                <a16:creationId xmlns:a16="http://schemas.microsoft.com/office/drawing/2014/main" id="{BE62F1A5-B7BD-8932-6CB2-735E0AC3DB12}"/>
              </a:ext>
            </a:extLst>
          </p:cNvPr>
          <p:cNvSpPr/>
          <p:nvPr/>
        </p:nvSpPr>
        <p:spPr>
          <a:xfrm>
            <a:off x="6783903" y="1310636"/>
            <a:ext cx="1459888"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solidFill>
                  <a:schemeClr val="tx1"/>
                </a:solidFill>
              </a:rPr>
              <a:t>Test?</a:t>
            </a:r>
            <a:endParaRPr kumimoji="1" lang="ja-JP" altLang="en-US" sz="1100" dirty="0" err="1">
              <a:solidFill>
                <a:schemeClr val="tx1"/>
              </a:solidFill>
            </a:endParaRPr>
          </a:p>
        </p:txBody>
      </p:sp>
      <p:sp>
        <p:nvSpPr>
          <p:cNvPr id="9" name="雲 8">
            <a:extLst>
              <a:ext uri="{FF2B5EF4-FFF2-40B4-BE49-F238E27FC236}">
                <a16:creationId xmlns:a16="http://schemas.microsoft.com/office/drawing/2014/main" id="{B0BBD1E6-75E3-2D77-D28F-0877AD8162A0}"/>
              </a:ext>
            </a:extLst>
          </p:cNvPr>
          <p:cNvSpPr/>
          <p:nvPr/>
        </p:nvSpPr>
        <p:spPr>
          <a:xfrm>
            <a:off x="7396131" y="1831655"/>
            <a:ext cx="1459888"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100" dirty="0">
                <a:solidFill>
                  <a:schemeClr val="tx1"/>
                </a:solidFill>
              </a:rPr>
              <a:t>validation?</a:t>
            </a:r>
            <a:endParaRPr kumimoji="1" lang="ja-JP" altLang="en-US" sz="1100" dirty="0" err="1">
              <a:solidFill>
                <a:schemeClr val="tx1"/>
              </a:solidFill>
            </a:endParaRPr>
          </a:p>
        </p:txBody>
      </p:sp>
    </p:spTree>
    <p:extLst>
      <p:ext uri="{BB962C8B-B14F-4D97-AF65-F5344CB8AC3E}">
        <p14:creationId xmlns:p14="http://schemas.microsoft.com/office/powerpoint/2010/main" val="2205731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1B597-A744-7B97-5DBA-ED15C1BAD8AF}"/>
            </a:ext>
          </a:extLst>
        </p:cNvPr>
        <p:cNvGrpSpPr/>
        <p:nvPr/>
      </p:nvGrpSpPr>
      <p:grpSpPr>
        <a:xfrm>
          <a:off x="0" y="0"/>
          <a:ext cx="0" cy="0"/>
          <a:chOff x="0" y="0"/>
          <a:chExt cx="0" cy="0"/>
        </a:xfrm>
      </p:grpSpPr>
      <p:sp>
        <p:nvSpPr>
          <p:cNvPr id="71" name="正方形/長方形 70">
            <a:extLst>
              <a:ext uri="{FF2B5EF4-FFF2-40B4-BE49-F238E27FC236}">
                <a16:creationId xmlns:a16="http://schemas.microsoft.com/office/drawing/2014/main" id="{F71F1E3F-0070-435C-58AC-8743902623C1}"/>
              </a:ext>
            </a:extLst>
          </p:cNvPr>
          <p:cNvSpPr/>
          <p:nvPr/>
        </p:nvSpPr>
        <p:spPr>
          <a:xfrm>
            <a:off x="2647469" y="1188390"/>
            <a:ext cx="4420150" cy="3056803"/>
          </a:xfrm>
          <a:prstGeom prst="rect">
            <a:avLst/>
          </a:prstGeom>
          <a:solidFill>
            <a:srgbClr val="00B0F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2" name="标题 1">
            <a:extLst>
              <a:ext uri="{FF2B5EF4-FFF2-40B4-BE49-F238E27FC236}">
                <a16:creationId xmlns:a16="http://schemas.microsoft.com/office/drawing/2014/main" id="{E4DBA446-EA35-AD64-0501-D3940E8C0718}"/>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A369F14D-B5E2-BED2-40C4-1B5186AFC2EA}"/>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4590540C-F83D-6C9A-B47C-A576DD8A6985}"/>
              </a:ext>
            </a:extLst>
          </p:cNvPr>
          <p:cNvSpPr>
            <a:spLocks noGrp="1"/>
          </p:cNvSpPr>
          <p:nvPr>
            <p:ph type="sldNum" sz="quarter" idx="4"/>
          </p:nvPr>
        </p:nvSpPr>
        <p:spPr/>
        <p:txBody>
          <a:bodyPr/>
          <a:lstStyle/>
          <a:p>
            <a:fld id="{4D029D89-7B63-4C94-AD4D-2E4D6BB83637}" type="slidenum">
              <a:rPr kumimoji="1" lang="ja-JP" altLang="en-US" smtClean="0"/>
              <a:pPr/>
              <a:t>25</a:t>
            </a:fld>
            <a:endParaRPr kumimoji="1" lang="ja-JP" altLang="en-US"/>
          </a:p>
        </p:txBody>
      </p:sp>
      <p:sp>
        <p:nvSpPr>
          <p:cNvPr id="11" name="コンテンツ プレースホルダー 10">
            <a:extLst>
              <a:ext uri="{FF2B5EF4-FFF2-40B4-BE49-F238E27FC236}">
                <a16:creationId xmlns:a16="http://schemas.microsoft.com/office/drawing/2014/main" id="{E0EFF240-B5DB-C8C8-7929-7BA139F13A26}"/>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软件需求到详细设计总结</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sp>
        <p:nvSpPr>
          <p:cNvPr id="5" name="四角形: メモ 4">
            <a:extLst>
              <a:ext uri="{FF2B5EF4-FFF2-40B4-BE49-F238E27FC236}">
                <a16:creationId xmlns:a16="http://schemas.microsoft.com/office/drawing/2014/main" id="{469178BA-30A1-C47E-C4F5-F3BE1AD6E3DF}"/>
              </a:ext>
            </a:extLst>
          </p:cNvPr>
          <p:cNvSpPr/>
          <p:nvPr/>
        </p:nvSpPr>
        <p:spPr>
          <a:xfrm>
            <a:off x="1191247" y="2520041"/>
            <a:ext cx="652693" cy="532874"/>
          </a:xfrm>
          <a:prstGeom prst="foldedCorner">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1"/>
                </a:solidFill>
              </a:rPr>
              <a:t>软件</a:t>
            </a:r>
            <a:endParaRPr kumimoji="1" lang="en-US" altLang="zh-CN" sz="1200" dirty="0">
              <a:solidFill>
                <a:schemeClr val="tx1"/>
              </a:solidFill>
            </a:endParaRPr>
          </a:p>
          <a:p>
            <a:pPr algn="ctr"/>
            <a:r>
              <a:rPr kumimoji="1" lang="zh-CN" altLang="en-US" sz="1200" dirty="0">
                <a:solidFill>
                  <a:schemeClr val="tx1"/>
                </a:solidFill>
              </a:rPr>
              <a:t>需求</a:t>
            </a:r>
            <a:endParaRPr kumimoji="1" lang="ja-JP" altLang="en-US" sz="1200" dirty="0">
              <a:solidFill>
                <a:schemeClr val="tx1"/>
              </a:solidFill>
            </a:endParaRPr>
          </a:p>
        </p:txBody>
      </p:sp>
      <p:sp>
        <p:nvSpPr>
          <p:cNvPr id="60" name="正方形/長方形 59">
            <a:extLst>
              <a:ext uri="{FF2B5EF4-FFF2-40B4-BE49-F238E27FC236}">
                <a16:creationId xmlns:a16="http://schemas.microsoft.com/office/drawing/2014/main" id="{40F59869-BCAF-42D6-75EE-3B704E665760}"/>
              </a:ext>
            </a:extLst>
          </p:cNvPr>
          <p:cNvSpPr/>
          <p:nvPr/>
        </p:nvSpPr>
        <p:spPr>
          <a:xfrm>
            <a:off x="3085920" y="2045284"/>
            <a:ext cx="1068902" cy="61485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1"/>
                </a:solidFill>
              </a:rPr>
              <a:t>软件组件</a:t>
            </a:r>
            <a:r>
              <a:rPr kumimoji="1" lang="en-US" altLang="zh-CN" sz="1200" dirty="0">
                <a:solidFill>
                  <a:schemeClr val="tx1"/>
                </a:solidFill>
              </a:rPr>
              <a:t>1</a:t>
            </a:r>
          </a:p>
          <a:p>
            <a:pPr algn="ctr"/>
            <a:r>
              <a:rPr kumimoji="1" lang="en-US" altLang="zh-CN" sz="1200" dirty="0">
                <a:solidFill>
                  <a:schemeClr val="tx1"/>
                </a:solidFill>
              </a:rPr>
              <a:t>SWC1</a:t>
            </a:r>
            <a:endParaRPr kumimoji="1" lang="ja-JP" altLang="en-US" sz="1200" dirty="0">
              <a:solidFill>
                <a:schemeClr val="tx1"/>
              </a:solidFill>
            </a:endParaRPr>
          </a:p>
        </p:txBody>
      </p:sp>
      <p:sp>
        <p:nvSpPr>
          <p:cNvPr id="61" name="正方形/長方形 60">
            <a:extLst>
              <a:ext uri="{FF2B5EF4-FFF2-40B4-BE49-F238E27FC236}">
                <a16:creationId xmlns:a16="http://schemas.microsoft.com/office/drawing/2014/main" id="{347CFBFB-37E9-79CE-FCEE-2C901FA629DB}"/>
              </a:ext>
            </a:extLst>
          </p:cNvPr>
          <p:cNvSpPr/>
          <p:nvPr/>
        </p:nvSpPr>
        <p:spPr>
          <a:xfrm>
            <a:off x="3070658" y="3252685"/>
            <a:ext cx="1068902" cy="614856"/>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1"/>
                </a:solidFill>
              </a:rPr>
              <a:t>软件组件</a:t>
            </a:r>
            <a:r>
              <a:rPr kumimoji="1" lang="en-US" altLang="zh-CN" sz="1200" dirty="0">
                <a:solidFill>
                  <a:schemeClr val="tx1"/>
                </a:solidFill>
              </a:rPr>
              <a:t>2</a:t>
            </a:r>
          </a:p>
          <a:p>
            <a:pPr algn="ctr"/>
            <a:r>
              <a:rPr kumimoji="1" lang="en-US" altLang="zh-CN" sz="1200" dirty="0">
                <a:solidFill>
                  <a:schemeClr val="tx1"/>
                </a:solidFill>
              </a:rPr>
              <a:t>SWC2</a:t>
            </a:r>
            <a:endParaRPr kumimoji="1" lang="ja-JP" altLang="en-US" sz="1200" dirty="0">
              <a:solidFill>
                <a:schemeClr val="tx1"/>
              </a:solidFill>
            </a:endParaRPr>
          </a:p>
        </p:txBody>
      </p:sp>
      <p:sp>
        <p:nvSpPr>
          <p:cNvPr id="62" name="正方形/長方形 61">
            <a:extLst>
              <a:ext uri="{FF2B5EF4-FFF2-40B4-BE49-F238E27FC236}">
                <a16:creationId xmlns:a16="http://schemas.microsoft.com/office/drawing/2014/main" id="{380E4276-97CD-2EE6-7D1C-1BC6A66DE750}"/>
              </a:ext>
            </a:extLst>
          </p:cNvPr>
          <p:cNvSpPr/>
          <p:nvPr/>
        </p:nvSpPr>
        <p:spPr>
          <a:xfrm>
            <a:off x="4708825" y="1681645"/>
            <a:ext cx="2004132" cy="2510726"/>
          </a:xfrm>
          <a:prstGeom prst="rect">
            <a:avLst/>
          </a:prstGeom>
          <a:solidFill>
            <a:srgbClr val="2400B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64" name="正方形/長方形 63">
            <a:extLst>
              <a:ext uri="{FF2B5EF4-FFF2-40B4-BE49-F238E27FC236}">
                <a16:creationId xmlns:a16="http://schemas.microsoft.com/office/drawing/2014/main" id="{7F593293-779B-B98F-F03A-AD165CE301B8}"/>
              </a:ext>
            </a:extLst>
          </p:cNvPr>
          <p:cNvSpPr/>
          <p:nvPr/>
        </p:nvSpPr>
        <p:spPr>
          <a:xfrm>
            <a:off x="5279313" y="2243771"/>
            <a:ext cx="775664" cy="339590"/>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软件单元</a:t>
            </a:r>
            <a:r>
              <a:rPr kumimoji="1" lang="en-US" altLang="zh-CN" sz="1000" dirty="0">
                <a:solidFill>
                  <a:schemeClr val="tx1"/>
                </a:solidFill>
              </a:rPr>
              <a:t>1</a:t>
            </a:r>
          </a:p>
          <a:p>
            <a:pPr algn="ctr"/>
            <a:r>
              <a:rPr kumimoji="1" lang="en-US" altLang="zh-CN" sz="1000" dirty="0">
                <a:solidFill>
                  <a:schemeClr val="tx1"/>
                </a:solidFill>
              </a:rPr>
              <a:t>Unit 1</a:t>
            </a:r>
            <a:endParaRPr kumimoji="1" lang="ja-JP" altLang="en-US" sz="1000" dirty="0">
              <a:solidFill>
                <a:schemeClr val="tx1"/>
              </a:solidFill>
            </a:endParaRPr>
          </a:p>
        </p:txBody>
      </p:sp>
      <p:sp>
        <p:nvSpPr>
          <p:cNvPr id="66" name="正方形/長方形 65">
            <a:extLst>
              <a:ext uri="{FF2B5EF4-FFF2-40B4-BE49-F238E27FC236}">
                <a16:creationId xmlns:a16="http://schemas.microsoft.com/office/drawing/2014/main" id="{90EFB577-C420-7767-8A96-F784798AC70F}"/>
              </a:ext>
            </a:extLst>
          </p:cNvPr>
          <p:cNvSpPr/>
          <p:nvPr/>
        </p:nvSpPr>
        <p:spPr>
          <a:xfrm>
            <a:off x="5279313" y="2788363"/>
            <a:ext cx="775664" cy="290085"/>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软件单元</a:t>
            </a:r>
            <a:r>
              <a:rPr kumimoji="1" lang="en-US" altLang="zh-CN" sz="1000" dirty="0">
                <a:solidFill>
                  <a:schemeClr val="tx1"/>
                </a:solidFill>
              </a:rPr>
              <a:t>2</a:t>
            </a:r>
          </a:p>
          <a:p>
            <a:pPr algn="ctr"/>
            <a:r>
              <a:rPr kumimoji="1" lang="en-US" altLang="zh-CN" sz="1000" dirty="0">
                <a:solidFill>
                  <a:schemeClr val="tx1"/>
                </a:solidFill>
              </a:rPr>
              <a:t>unit2</a:t>
            </a:r>
            <a:endParaRPr kumimoji="1" lang="ja-JP" altLang="en-US" sz="1000" dirty="0">
              <a:solidFill>
                <a:schemeClr val="tx1"/>
              </a:solidFill>
            </a:endParaRPr>
          </a:p>
        </p:txBody>
      </p:sp>
      <p:sp>
        <p:nvSpPr>
          <p:cNvPr id="67" name="正方形/長方形 66">
            <a:extLst>
              <a:ext uri="{FF2B5EF4-FFF2-40B4-BE49-F238E27FC236}">
                <a16:creationId xmlns:a16="http://schemas.microsoft.com/office/drawing/2014/main" id="{F3397031-6427-5875-0FD3-8E7D05D346AF}"/>
              </a:ext>
            </a:extLst>
          </p:cNvPr>
          <p:cNvSpPr/>
          <p:nvPr/>
        </p:nvSpPr>
        <p:spPr>
          <a:xfrm>
            <a:off x="5016125" y="3252788"/>
            <a:ext cx="1481959" cy="812712"/>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endParaRPr>
          </a:p>
        </p:txBody>
      </p:sp>
      <p:sp>
        <p:nvSpPr>
          <p:cNvPr id="68" name="正方形/長方形 67">
            <a:extLst>
              <a:ext uri="{FF2B5EF4-FFF2-40B4-BE49-F238E27FC236}">
                <a16:creationId xmlns:a16="http://schemas.microsoft.com/office/drawing/2014/main" id="{6527F1E7-0F6C-60C9-6C37-8DC3C8CC2F58}"/>
              </a:ext>
            </a:extLst>
          </p:cNvPr>
          <p:cNvSpPr/>
          <p:nvPr/>
        </p:nvSpPr>
        <p:spPr>
          <a:xfrm>
            <a:off x="5045441" y="3583126"/>
            <a:ext cx="467744" cy="277473"/>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chemeClr val="tx1"/>
                </a:solidFill>
              </a:rPr>
              <a:t>函数</a:t>
            </a:r>
            <a:r>
              <a:rPr kumimoji="1" lang="en-US" altLang="zh-CN" sz="800" dirty="0">
                <a:solidFill>
                  <a:schemeClr val="tx1"/>
                </a:solidFill>
              </a:rPr>
              <a:t>1</a:t>
            </a:r>
            <a:endParaRPr kumimoji="1" lang="ja-JP" altLang="en-US" sz="800" dirty="0">
              <a:solidFill>
                <a:schemeClr val="tx1"/>
              </a:solidFill>
            </a:endParaRPr>
          </a:p>
        </p:txBody>
      </p:sp>
      <p:sp>
        <p:nvSpPr>
          <p:cNvPr id="69" name="正方形/長方形 68">
            <a:extLst>
              <a:ext uri="{FF2B5EF4-FFF2-40B4-BE49-F238E27FC236}">
                <a16:creationId xmlns:a16="http://schemas.microsoft.com/office/drawing/2014/main" id="{50E3F095-84DD-D36C-8F05-A4AA79A8E377}"/>
              </a:ext>
            </a:extLst>
          </p:cNvPr>
          <p:cNvSpPr/>
          <p:nvPr/>
        </p:nvSpPr>
        <p:spPr>
          <a:xfrm>
            <a:off x="5821105" y="3583125"/>
            <a:ext cx="467744" cy="277473"/>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chemeClr val="tx1"/>
                </a:solidFill>
              </a:rPr>
              <a:t>函数</a:t>
            </a:r>
            <a:r>
              <a:rPr kumimoji="1" lang="en-US" altLang="zh-CN" sz="800" dirty="0">
                <a:solidFill>
                  <a:schemeClr val="tx1"/>
                </a:solidFill>
              </a:rPr>
              <a:t>2</a:t>
            </a:r>
            <a:endParaRPr kumimoji="1" lang="ja-JP" altLang="en-US" sz="800" dirty="0">
              <a:solidFill>
                <a:schemeClr val="tx1"/>
              </a:solidFill>
            </a:endParaRPr>
          </a:p>
        </p:txBody>
      </p:sp>
      <p:sp>
        <p:nvSpPr>
          <p:cNvPr id="70" name="正方形/長方形 69">
            <a:extLst>
              <a:ext uri="{FF2B5EF4-FFF2-40B4-BE49-F238E27FC236}">
                <a16:creationId xmlns:a16="http://schemas.microsoft.com/office/drawing/2014/main" id="{4D6C6057-951B-DFD1-F928-91B48E95E6E8}"/>
              </a:ext>
            </a:extLst>
          </p:cNvPr>
          <p:cNvSpPr/>
          <p:nvPr/>
        </p:nvSpPr>
        <p:spPr>
          <a:xfrm>
            <a:off x="5357273" y="3280530"/>
            <a:ext cx="775664" cy="2163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tx1"/>
                </a:solidFill>
              </a:rPr>
              <a:t>软件单元</a:t>
            </a:r>
            <a:r>
              <a:rPr kumimoji="1" lang="en-US" altLang="zh-CN" sz="1000" dirty="0">
                <a:solidFill>
                  <a:schemeClr val="tx1"/>
                </a:solidFill>
              </a:rPr>
              <a:t>3</a:t>
            </a:r>
            <a:endParaRPr kumimoji="1" lang="ja-JP" altLang="en-US" sz="1000" dirty="0">
              <a:solidFill>
                <a:schemeClr val="tx1"/>
              </a:solidFill>
            </a:endParaRPr>
          </a:p>
        </p:txBody>
      </p:sp>
      <p:sp>
        <p:nvSpPr>
          <p:cNvPr id="72" name="正方形/長方形 71">
            <a:extLst>
              <a:ext uri="{FF2B5EF4-FFF2-40B4-BE49-F238E27FC236}">
                <a16:creationId xmlns:a16="http://schemas.microsoft.com/office/drawing/2014/main" id="{3AECA7B3-7B95-63FD-89DF-801751F9E463}"/>
              </a:ext>
            </a:extLst>
          </p:cNvPr>
          <p:cNvSpPr/>
          <p:nvPr/>
        </p:nvSpPr>
        <p:spPr>
          <a:xfrm>
            <a:off x="4235455" y="1294404"/>
            <a:ext cx="1043857" cy="216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200" dirty="0">
                <a:solidFill>
                  <a:schemeClr val="tx1"/>
                </a:solidFill>
              </a:rPr>
              <a:t>软件架构</a:t>
            </a:r>
            <a:endParaRPr kumimoji="1" lang="ja-JP" altLang="en-US" sz="1200" dirty="0">
              <a:solidFill>
                <a:schemeClr val="tx1"/>
              </a:solidFill>
            </a:endParaRPr>
          </a:p>
        </p:txBody>
      </p:sp>
      <p:sp>
        <p:nvSpPr>
          <p:cNvPr id="73" name="正方形/長方形 72">
            <a:extLst>
              <a:ext uri="{FF2B5EF4-FFF2-40B4-BE49-F238E27FC236}">
                <a16:creationId xmlns:a16="http://schemas.microsoft.com/office/drawing/2014/main" id="{793E2696-0759-76BB-D37B-C9E1386912B5}"/>
              </a:ext>
            </a:extLst>
          </p:cNvPr>
          <p:cNvSpPr/>
          <p:nvPr/>
        </p:nvSpPr>
        <p:spPr>
          <a:xfrm>
            <a:off x="5279312" y="1809140"/>
            <a:ext cx="775664" cy="2163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000" dirty="0">
                <a:solidFill>
                  <a:schemeClr val="bg1"/>
                </a:solidFill>
              </a:rPr>
              <a:t>软件组件</a:t>
            </a:r>
            <a:r>
              <a:rPr kumimoji="1" lang="en-US" altLang="zh-CN" sz="1000" dirty="0">
                <a:solidFill>
                  <a:schemeClr val="bg1"/>
                </a:solidFill>
              </a:rPr>
              <a:t>3</a:t>
            </a:r>
            <a:endParaRPr kumimoji="1" lang="ja-JP" altLang="en-US" sz="1000" dirty="0">
              <a:solidFill>
                <a:schemeClr val="bg1"/>
              </a:solidFill>
            </a:endParaRPr>
          </a:p>
        </p:txBody>
      </p:sp>
      <p:sp>
        <p:nvSpPr>
          <p:cNvPr id="74" name="矢印: 右 73">
            <a:extLst>
              <a:ext uri="{FF2B5EF4-FFF2-40B4-BE49-F238E27FC236}">
                <a16:creationId xmlns:a16="http://schemas.microsoft.com/office/drawing/2014/main" id="{B93F910A-470E-3304-A756-A7CBA088D7D1}"/>
              </a:ext>
            </a:extLst>
          </p:cNvPr>
          <p:cNvSpPr/>
          <p:nvPr/>
        </p:nvSpPr>
        <p:spPr>
          <a:xfrm>
            <a:off x="1937736" y="2687082"/>
            <a:ext cx="355071" cy="211269"/>
          </a:xfrm>
          <a:prstGeom prst="right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cxnSp>
        <p:nvCxnSpPr>
          <p:cNvPr id="76" name="直線矢印コネクタ 75">
            <a:extLst>
              <a:ext uri="{FF2B5EF4-FFF2-40B4-BE49-F238E27FC236}">
                <a16:creationId xmlns:a16="http://schemas.microsoft.com/office/drawing/2014/main" id="{444E6917-93CC-3320-CD43-F0F0C4D2E4FF}"/>
              </a:ext>
            </a:extLst>
          </p:cNvPr>
          <p:cNvCxnSpPr>
            <a:cxnSpLocks/>
            <a:endCxn id="61" idx="0"/>
          </p:cNvCxnSpPr>
          <p:nvPr/>
        </p:nvCxnSpPr>
        <p:spPr>
          <a:xfrm>
            <a:off x="3605109" y="2660140"/>
            <a:ext cx="0" cy="592545"/>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54C1ADAA-9E6B-103E-54C1-831B7C48F3D4}"/>
              </a:ext>
            </a:extLst>
          </p:cNvPr>
          <p:cNvCxnSpPr>
            <a:stCxn id="60" idx="3"/>
          </p:cNvCxnSpPr>
          <p:nvPr/>
        </p:nvCxnSpPr>
        <p:spPr>
          <a:xfrm flipV="1">
            <a:off x="4154822" y="2347070"/>
            <a:ext cx="554003" cy="5642"/>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91234EA7-6784-9E37-3F52-397FFFC9F2AF}"/>
              </a:ext>
            </a:extLst>
          </p:cNvPr>
          <p:cNvCxnSpPr/>
          <p:nvPr/>
        </p:nvCxnSpPr>
        <p:spPr>
          <a:xfrm flipV="1">
            <a:off x="4123644" y="3586257"/>
            <a:ext cx="554003" cy="5642"/>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95493CE6-963D-5B20-9DCC-7E8E128B98E6}"/>
              </a:ext>
            </a:extLst>
          </p:cNvPr>
          <p:cNvCxnSpPr>
            <a:cxnSpLocks/>
          </p:cNvCxnSpPr>
          <p:nvPr/>
        </p:nvCxnSpPr>
        <p:spPr>
          <a:xfrm flipV="1">
            <a:off x="5497269" y="3721861"/>
            <a:ext cx="320236" cy="5642"/>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5" name="直線矢印コネクタ 84">
            <a:extLst>
              <a:ext uri="{FF2B5EF4-FFF2-40B4-BE49-F238E27FC236}">
                <a16:creationId xmlns:a16="http://schemas.microsoft.com/office/drawing/2014/main" id="{FC7F78EF-A1D7-842E-22BB-E3E5D7AAD988}"/>
              </a:ext>
            </a:extLst>
          </p:cNvPr>
          <p:cNvCxnSpPr>
            <a:cxnSpLocks/>
          </p:cNvCxnSpPr>
          <p:nvPr/>
        </p:nvCxnSpPr>
        <p:spPr>
          <a:xfrm>
            <a:off x="5653416" y="2570255"/>
            <a:ext cx="1" cy="218291"/>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6" name="直線矢印コネクタ 85">
            <a:extLst>
              <a:ext uri="{FF2B5EF4-FFF2-40B4-BE49-F238E27FC236}">
                <a16:creationId xmlns:a16="http://schemas.microsoft.com/office/drawing/2014/main" id="{94C00A58-90FF-E709-610B-5F26AB83C13A}"/>
              </a:ext>
            </a:extLst>
          </p:cNvPr>
          <p:cNvCxnSpPr>
            <a:cxnSpLocks/>
          </p:cNvCxnSpPr>
          <p:nvPr/>
        </p:nvCxnSpPr>
        <p:spPr>
          <a:xfrm flipH="1">
            <a:off x="5679670" y="3078448"/>
            <a:ext cx="679" cy="176184"/>
          </a:xfrm>
          <a:prstGeom prst="straightConnector1">
            <a:avLst/>
          </a:prstGeom>
          <a:ln w="9525">
            <a:solidFill>
              <a:schemeClr val="bg1">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8" name="正方形/長方形 87">
            <a:extLst>
              <a:ext uri="{FF2B5EF4-FFF2-40B4-BE49-F238E27FC236}">
                <a16:creationId xmlns:a16="http://schemas.microsoft.com/office/drawing/2014/main" id="{7825C142-E18D-5896-FE49-FC1577A88B78}"/>
              </a:ext>
            </a:extLst>
          </p:cNvPr>
          <p:cNvSpPr/>
          <p:nvPr/>
        </p:nvSpPr>
        <p:spPr>
          <a:xfrm>
            <a:off x="7395670" y="1465304"/>
            <a:ext cx="775664" cy="216340"/>
          </a:xfrm>
          <a:prstGeom prst="rect">
            <a:avLst/>
          </a:prstGeom>
          <a:solidFill>
            <a:srgbClr val="0B9AD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endParaRPr>
          </a:p>
        </p:txBody>
      </p:sp>
      <p:sp>
        <p:nvSpPr>
          <p:cNvPr id="89" name="正方形/長方形 88">
            <a:extLst>
              <a:ext uri="{FF2B5EF4-FFF2-40B4-BE49-F238E27FC236}">
                <a16:creationId xmlns:a16="http://schemas.microsoft.com/office/drawing/2014/main" id="{F51F4743-1B82-51D2-E897-C8CE5ABD838A}"/>
              </a:ext>
            </a:extLst>
          </p:cNvPr>
          <p:cNvSpPr/>
          <p:nvPr/>
        </p:nvSpPr>
        <p:spPr>
          <a:xfrm>
            <a:off x="8208063" y="1474830"/>
            <a:ext cx="592624" cy="2163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chemeClr val="tx1"/>
                </a:solidFill>
              </a:rPr>
              <a:t>架构设计</a:t>
            </a:r>
            <a:endParaRPr kumimoji="1" lang="ja-JP" altLang="en-US" sz="800" dirty="0">
              <a:solidFill>
                <a:schemeClr val="tx1"/>
              </a:solidFill>
            </a:endParaRPr>
          </a:p>
        </p:txBody>
      </p:sp>
      <p:sp>
        <p:nvSpPr>
          <p:cNvPr id="90" name="正方形/長方形 89">
            <a:extLst>
              <a:ext uri="{FF2B5EF4-FFF2-40B4-BE49-F238E27FC236}">
                <a16:creationId xmlns:a16="http://schemas.microsoft.com/office/drawing/2014/main" id="{7CA7F1AB-142A-B99D-8E1A-8DF906E0C333}"/>
              </a:ext>
            </a:extLst>
          </p:cNvPr>
          <p:cNvSpPr/>
          <p:nvPr/>
        </p:nvSpPr>
        <p:spPr>
          <a:xfrm>
            <a:off x="7422281" y="1799614"/>
            <a:ext cx="775664" cy="216340"/>
          </a:xfrm>
          <a:prstGeom prst="rect">
            <a:avLst/>
          </a:prstGeom>
          <a:solidFill>
            <a:srgbClr val="2400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endParaRPr>
          </a:p>
        </p:txBody>
      </p:sp>
      <p:sp>
        <p:nvSpPr>
          <p:cNvPr id="91" name="正方形/長方形 90">
            <a:extLst>
              <a:ext uri="{FF2B5EF4-FFF2-40B4-BE49-F238E27FC236}">
                <a16:creationId xmlns:a16="http://schemas.microsoft.com/office/drawing/2014/main" id="{3CCD439B-858C-6884-B107-44E3450F14EB}"/>
              </a:ext>
            </a:extLst>
          </p:cNvPr>
          <p:cNvSpPr/>
          <p:nvPr/>
        </p:nvSpPr>
        <p:spPr>
          <a:xfrm>
            <a:off x="8234674" y="1809140"/>
            <a:ext cx="592624" cy="21634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800" dirty="0">
                <a:solidFill>
                  <a:schemeClr val="tx1"/>
                </a:solidFill>
              </a:rPr>
              <a:t>详细设计</a:t>
            </a:r>
            <a:endParaRPr kumimoji="1" lang="ja-JP" altLang="en-US" sz="800" dirty="0">
              <a:solidFill>
                <a:schemeClr val="tx1"/>
              </a:solidFill>
            </a:endParaRPr>
          </a:p>
        </p:txBody>
      </p:sp>
    </p:spTree>
    <p:extLst>
      <p:ext uri="{BB962C8B-B14F-4D97-AF65-F5344CB8AC3E}">
        <p14:creationId xmlns:p14="http://schemas.microsoft.com/office/powerpoint/2010/main" val="41190242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B3CBA-9A8A-92D2-BF22-7805DE8FEB2D}"/>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76CD26E-0B2D-6E86-5358-0C102AAF660D}"/>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1C9F04EF-7DB4-1D72-CEA5-2ACBA8DB2FD1}"/>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778992F-E1E9-1AAE-04FF-BE2707AB4D85}"/>
              </a:ext>
            </a:extLst>
          </p:cNvPr>
          <p:cNvSpPr>
            <a:spLocks noGrp="1"/>
          </p:cNvSpPr>
          <p:nvPr>
            <p:ph type="sldNum" sz="quarter" idx="4"/>
          </p:nvPr>
        </p:nvSpPr>
        <p:spPr/>
        <p:txBody>
          <a:bodyPr/>
          <a:lstStyle/>
          <a:p>
            <a:fld id="{4D029D89-7B63-4C94-AD4D-2E4D6BB83637}" type="slidenum">
              <a:rPr kumimoji="1" lang="ja-JP" altLang="en-US" smtClean="0"/>
              <a:pPr/>
              <a:t>26</a:t>
            </a:fld>
            <a:endParaRPr kumimoji="1" lang="ja-JP" altLang="en-US"/>
          </a:p>
        </p:txBody>
      </p:sp>
      <p:sp>
        <p:nvSpPr>
          <p:cNvPr id="11" name="コンテンツ プレースホルダー 10">
            <a:extLst>
              <a:ext uri="{FF2B5EF4-FFF2-40B4-BE49-F238E27FC236}">
                <a16:creationId xmlns:a16="http://schemas.microsoft.com/office/drawing/2014/main" id="{05B686B8-F94E-377E-E26D-1447C31B8AB0}"/>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验证与上游工程的对应关系</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9" name="図 8" descr="ダイアグラム&#10;&#10;AI 生成コンテンツは誤りを含む可能性があります。">
            <a:extLst>
              <a:ext uri="{FF2B5EF4-FFF2-40B4-BE49-F238E27FC236}">
                <a16:creationId xmlns:a16="http://schemas.microsoft.com/office/drawing/2014/main" id="{772BF43D-6A88-B700-C17B-8E47BFF5D6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475" y="1156788"/>
            <a:ext cx="7386475" cy="3785384"/>
          </a:xfrm>
          <a:prstGeom prst="rect">
            <a:avLst/>
          </a:prstGeom>
        </p:spPr>
      </p:pic>
    </p:spTree>
    <p:extLst>
      <p:ext uri="{BB962C8B-B14F-4D97-AF65-F5344CB8AC3E}">
        <p14:creationId xmlns:p14="http://schemas.microsoft.com/office/powerpoint/2010/main" val="25925561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34CCD-B9FF-852A-D8F8-344ADB33DC80}"/>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1B401F-0A1B-9EAA-ADB0-82C4F00F7427}"/>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0A01DE93-56BD-2923-0914-7D9FC03CDFED}"/>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C150525B-0594-7D37-85D8-8E2B92A210BD}"/>
              </a:ext>
            </a:extLst>
          </p:cNvPr>
          <p:cNvSpPr>
            <a:spLocks noGrp="1"/>
          </p:cNvSpPr>
          <p:nvPr>
            <p:ph type="sldNum" sz="quarter" idx="4"/>
          </p:nvPr>
        </p:nvSpPr>
        <p:spPr/>
        <p:txBody>
          <a:bodyPr/>
          <a:lstStyle/>
          <a:p>
            <a:fld id="{4D029D89-7B63-4C94-AD4D-2E4D6BB83637}" type="slidenum">
              <a:rPr kumimoji="1" lang="ja-JP" altLang="en-US" smtClean="0"/>
              <a:pPr/>
              <a:t>27</a:t>
            </a:fld>
            <a:endParaRPr kumimoji="1" lang="ja-JP" altLang="en-US"/>
          </a:p>
        </p:txBody>
      </p:sp>
      <p:sp>
        <p:nvSpPr>
          <p:cNvPr id="11" name="コンテンツ プレースホルダー 10">
            <a:extLst>
              <a:ext uri="{FF2B5EF4-FFF2-40B4-BE49-F238E27FC236}">
                <a16:creationId xmlns:a16="http://schemas.microsoft.com/office/drawing/2014/main" id="{26BA8915-2B04-D8A5-C200-C2314408A7F0}"/>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一致性和可追溯性</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6" name="図 5" descr="ダイアグラム&#10;&#10;AI 生成コンテンツは誤りを含む可能性があります。">
            <a:extLst>
              <a:ext uri="{FF2B5EF4-FFF2-40B4-BE49-F238E27FC236}">
                <a16:creationId xmlns:a16="http://schemas.microsoft.com/office/drawing/2014/main" id="{3E9B6221-F26E-886F-F161-701F84AA79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5175" y="1145256"/>
            <a:ext cx="6591482" cy="3758676"/>
          </a:xfrm>
          <a:prstGeom prst="rect">
            <a:avLst/>
          </a:prstGeom>
        </p:spPr>
      </p:pic>
      <p:sp>
        <p:nvSpPr>
          <p:cNvPr id="5" name="正方形/長方形 4">
            <a:extLst>
              <a:ext uri="{FF2B5EF4-FFF2-40B4-BE49-F238E27FC236}">
                <a16:creationId xmlns:a16="http://schemas.microsoft.com/office/drawing/2014/main" id="{DE492922-91DE-603A-5E6B-A93A28D4EB31}"/>
              </a:ext>
            </a:extLst>
          </p:cNvPr>
          <p:cNvSpPr/>
          <p:nvPr/>
        </p:nvSpPr>
        <p:spPr>
          <a:xfrm>
            <a:off x="2076450" y="3644900"/>
            <a:ext cx="2073275" cy="66992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8" name="正方形/長方形 7">
            <a:extLst>
              <a:ext uri="{FF2B5EF4-FFF2-40B4-BE49-F238E27FC236}">
                <a16:creationId xmlns:a16="http://schemas.microsoft.com/office/drawing/2014/main" id="{9F297DB3-5D96-4525-3909-64B06CDCA254}"/>
              </a:ext>
            </a:extLst>
          </p:cNvPr>
          <p:cNvSpPr/>
          <p:nvPr/>
        </p:nvSpPr>
        <p:spPr>
          <a:xfrm>
            <a:off x="939799" y="2459037"/>
            <a:ext cx="481993" cy="1490663"/>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9" name="楕円 8">
            <a:extLst>
              <a:ext uri="{FF2B5EF4-FFF2-40B4-BE49-F238E27FC236}">
                <a16:creationId xmlns:a16="http://schemas.microsoft.com/office/drawing/2014/main" id="{01346B4E-1237-2431-7D41-6CBCD223C09D}"/>
              </a:ext>
            </a:extLst>
          </p:cNvPr>
          <p:cNvSpPr/>
          <p:nvPr/>
        </p:nvSpPr>
        <p:spPr>
          <a:xfrm>
            <a:off x="1120775" y="2571750"/>
            <a:ext cx="180975" cy="22225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rgbClr val="FF0000"/>
                </a:solidFill>
              </a:rPr>
              <a:t>1</a:t>
            </a:r>
            <a:endParaRPr kumimoji="1" lang="ja-JP" altLang="en-US" dirty="0" err="1">
              <a:solidFill>
                <a:srgbClr val="FF0000"/>
              </a:solidFill>
            </a:endParaRPr>
          </a:p>
        </p:txBody>
      </p:sp>
      <p:sp>
        <p:nvSpPr>
          <p:cNvPr id="10" name="楕円 9">
            <a:extLst>
              <a:ext uri="{FF2B5EF4-FFF2-40B4-BE49-F238E27FC236}">
                <a16:creationId xmlns:a16="http://schemas.microsoft.com/office/drawing/2014/main" id="{A5D07510-5C8E-6D2E-BA53-DCC3F7EF4BAD}"/>
              </a:ext>
            </a:extLst>
          </p:cNvPr>
          <p:cNvSpPr/>
          <p:nvPr/>
        </p:nvSpPr>
        <p:spPr>
          <a:xfrm>
            <a:off x="3806825" y="3727450"/>
            <a:ext cx="180975" cy="22225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rgbClr val="FF0000"/>
                </a:solidFill>
              </a:rPr>
              <a:t>2</a:t>
            </a:r>
            <a:endParaRPr kumimoji="1" lang="ja-JP" altLang="en-US" dirty="0" err="1">
              <a:solidFill>
                <a:srgbClr val="FF0000"/>
              </a:solidFill>
            </a:endParaRPr>
          </a:p>
        </p:txBody>
      </p:sp>
      <p:sp>
        <p:nvSpPr>
          <p:cNvPr id="12" name="正方形/長方形 11">
            <a:extLst>
              <a:ext uri="{FF2B5EF4-FFF2-40B4-BE49-F238E27FC236}">
                <a16:creationId xmlns:a16="http://schemas.microsoft.com/office/drawing/2014/main" id="{9A3D192F-3E97-EEED-D954-75D787C36EDE}"/>
              </a:ext>
            </a:extLst>
          </p:cNvPr>
          <p:cNvSpPr/>
          <p:nvPr/>
        </p:nvSpPr>
        <p:spPr>
          <a:xfrm>
            <a:off x="911225" y="4333447"/>
            <a:ext cx="3238500" cy="5338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3" name="楕円 12">
            <a:extLst>
              <a:ext uri="{FF2B5EF4-FFF2-40B4-BE49-F238E27FC236}">
                <a16:creationId xmlns:a16="http://schemas.microsoft.com/office/drawing/2014/main" id="{A14E0303-5EEC-B2DE-4BA5-7FDFC66D886E}"/>
              </a:ext>
            </a:extLst>
          </p:cNvPr>
          <p:cNvSpPr/>
          <p:nvPr/>
        </p:nvSpPr>
        <p:spPr>
          <a:xfrm>
            <a:off x="3933655" y="4465335"/>
            <a:ext cx="180975" cy="222250"/>
          </a:xfrm>
          <a:prstGeom prst="ellipse">
            <a:avLst/>
          </a:prstGeom>
          <a:solidFill>
            <a:schemeClr val="tx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dirty="0">
                <a:solidFill>
                  <a:srgbClr val="FF0000"/>
                </a:solidFill>
              </a:rPr>
              <a:t>3</a:t>
            </a:r>
            <a:endParaRPr kumimoji="1" lang="ja-JP" altLang="en-US" dirty="0" err="1">
              <a:solidFill>
                <a:srgbClr val="FF0000"/>
              </a:solidFill>
            </a:endParaRPr>
          </a:p>
        </p:txBody>
      </p:sp>
      <p:sp>
        <p:nvSpPr>
          <p:cNvPr id="15" name="雲 14">
            <a:extLst>
              <a:ext uri="{FF2B5EF4-FFF2-40B4-BE49-F238E27FC236}">
                <a16:creationId xmlns:a16="http://schemas.microsoft.com/office/drawing/2014/main" id="{E27F20C3-B9D4-653A-0F55-22F6DF578CE6}"/>
              </a:ext>
            </a:extLst>
          </p:cNvPr>
          <p:cNvSpPr/>
          <p:nvPr/>
        </p:nvSpPr>
        <p:spPr>
          <a:xfrm>
            <a:off x="6393444" y="3011215"/>
            <a:ext cx="1640664" cy="583026"/>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rPr>
              <a:t>你所在的项目如何实现追踪性和一致性？</a:t>
            </a:r>
            <a:endParaRPr kumimoji="1" lang="ja-JP" altLang="en-US" sz="1100" dirty="0" err="1">
              <a:solidFill>
                <a:schemeClr val="tx1"/>
              </a:solidFill>
            </a:endParaRPr>
          </a:p>
        </p:txBody>
      </p:sp>
    </p:spTree>
    <p:extLst>
      <p:ext uri="{BB962C8B-B14F-4D97-AF65-F5344CB8AC3E}">
        <p14:creationId xmlns:p14="http://schemas.microsoft.com/office/powerpoint/2010/main" val="1571734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9D3257-013C-27A0-A848-1F5FC0BDA73E}"/>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1E02C55-CB3B-61D1-6F2A-7CF0859F0D21}"/>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9DDC1E17-7A2E-027B-E1B0-CC4C40E81508}"/>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8889B443-BDE9-C0AD-8344-995AB1181EF1}"/>
              </a:ext>
            </a:extLst>
          </p:cNvPr>
          <p:cNvSpPr>
            <a:spLocks noGrp="1"/>
          </p:cNvSpPr>
          <p:nvPr>
            <p:ph type="sldNum" sz="quarter" idx="4"/>
          </p:nvPr>
        </p:nvSpPr>
        <p:spPr/>
        <p:txBody>
          <a:bodyPr/>
          <a:lstStyle/>
          <a:p>
            <a:fld id="{4D029D89-7B63-4C94-AD4D-2E4D6BB83637}" type="slidenum">
              <a:rPr kumimoji="1" lang="ja-JP" altLang="en-US" smtClean="0"/>
              <a:pPr/>
              <a:t>28</a:t>
            </a:fld>
            <a:endParaRPr kumimoji="1" lang="ja-JP" altLang="en-US"/>
          </a:p>
        </p:txBody>
      </p:sp>
      <p:sp>
        <p:nvSpPr>
          <p:cNvPr id="11" name="コンテンツ プレースホルダー 10">
            <a:extLst>
              <a:ext uri="{FF2B5EF4-FFF2-40B4-BE49-F238E27FC236}">
                <a16:creationId xmlns:a16="http://schemas.microsoft.com/office/drawing/2014/main" id="{FDF999A1-9CAE-7022-C112-9FD870CA227B}"/>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常用的一致性和可追溯性确保手段</a:t>
            </a:r>
            <a:endParaRPr lang="en-US" altLang="zh-CN"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400" b="1" dirty="0">
                <a:solidFill>
                  <a:srgbClr val="2400B0"/>
                </a:solidFill>
                <a:latin typeface="Microsoft YaHei" panose="020B0503020204020204" pitchFamily="34" charset="-122"/>
                <a:ea typeface="Microsoft YaHei" panose="020B0503020204020204" pitchFamily="34" charset="-122"/>
              </a:rPr>
              <a:t>一致性：评审、工具</a:t>
            </a:r>
            <a:r>
              <a:rPr lang="en-US" altLang="zh-CN" sz="1400" b="1" dirty="0">
                <a:solidFill>
                  <a:srgbClr val="2400B0"/>
                </a:solidFill>
                <a:latin typeface="Microsoft YaHei" panose="020B0503020204020204" pitchFamily="34" charset="-122"/>
                <a:ea typeface="Microsoft YaHei" panose="020B0503020204020204" pitchFamily="34" charset="-122"/>
              </a:rPr>
              <a:t>(</a:t>
            </a:r>
            <a:r>
              <a:rPr lang="zh-CN" altLang="en-US" sz="1400" b="1" dirty="0">
                <a:solidFill>
                  <a:srgbClr val="2400B0"/>
                </a:solidFill>
                <a:latin typeface="Microsoft YaHei" panose="020B0503020204020204" pitchFamily="34" charset="-122"/>
                <a:ea typeface="Microsoft YaHei" panose="020B0503020204020204" pitchFamily="34" charset="-122"/>
              </a:rPr>
              <a:t>如</a:t>
            </a:r>
            <a:r>
              <a:rPr lang="en-US" altLang="zh-CN" sz="1400" b="1" dirty="0" err="1">
                <a:solidFill>
                  <a:srgbClr val="2400B0"/>
                </a:solidFill>
                <a:latin typeface="Microsoft YaHei" panose="020B0503020204020204" pitchFamily="34" charset="-122"/>
                <a:ea typeface="Microsoft YaHei" panose="020B0503020204020204" pitchFamily="34" charset="-122"/>
              </a:rPr>
              <a:t>simulink</a:t>
            </a:r>
            <a:r>
              <a:rPr lang="zh-CN" altLang="en-US" sz="1400" b="1" dirty="0">
                <a:solidFill>
                  <a:srgbClr val="2400B0"/>
                </a:solidFill>
                <a:latin typeface="Microsoft YaHei" panose="020B0503020204020204" pitchFamily="34" charset="-122"/>
                <a:ea typeface="Microsoft YaHei" panose="020B0503020204020204" pitchFamily="34" charset="-122"/>
              </a:rPr>
              <a:t>，验证模型与需求的一致性，代码和模型的一致性‌</a:t>
            </a:r>
            <a:r>
              <a:rPr lang="en-US" altLang="zh-CN" sz="1400" b="1" dirty="0">
                <a:solidFill>
                  <a:srgbClr val="2400B0"/>
                </a:solidFill>
                <a:latin typeface="Microsoft YaHei" panose="020B0503020204020204" pitchFamily="34" charset="-122"/>
                <a:ea typeface="Microsoft YaHei" panose="020B0503020204020204" pitchFamily="34" charset="-122"/>
              </a:rPr>
              <a:t>)</a:t>
            </a:r>
          </a:p>
          <a:p>
            <a:pPr lvl="1">
              <a:lnSpc>
                <a:spcPct val="150000"/>
              </a:lnSpc>
              <a:spcBef>
                <a:spcPts val="0"/>
              </a:spcBef>
            </a:pPr>
            <a:r>
              <a:rPr lang="zh-CN" altLang="en-US" sz="1400" b="1" dirty="0">
                <a:solidFill>
                  <a:srgbClr val="2400B0"/>
                </a:solidFill>
                <a:latin typeface="Microsoft YaHei" panose="020B0503020204020204" pitchFamily="34" charset="-122"/>
                <a:ea typeface="Microsoft YaHei" panose="020B0503020204020204" pitchFamily="34" charset="-122"/>
              </a:rPr>
              <a:t>可追溯性：超链接、参考、命名约定、工具</a:t>
            </a:r>
            <a:r>
              <a:rPr lang="en-US" altLang="zh-CN" sz="1400" b="1" dirty="0">
                <a:solidFill>
                  <a:srgbClr val="2400B0"/>
                </a:solidFill>
                <a:latin typeface="Microsoft YaHei" panose="020B0503020204020204" pitchFamily="34" charset="-122"/>
                <a:ea typeface="Microsoft YaHei" panose="020B0503020204020204" pitchFamily="34" charset="-122"/>
              </a:rPr>
              <a:t>(</a:t>
            </a:r>
            <a:r>
              <a:rPr lang="zh-CN" altLang="en-US" sz="1400" b="1" dirty="0">
                <a:solidFill>
                  <a:srgbClr val="2400B0"/>
                </a:solidFill>
                <a:latin typeface="Microsoft YaHei" panose="020B0503020204020204" pitchFamily="34" charset="-122"/>
                <a:ea typeface="Microsoft YaHei" panose="020B0503020204020204" pitchFamily="34" charset="-122"/>
              </a:rPr>
              <a:t>如</a:t>
            </a:r>
            <a:r>
              <a:rPr lang="en-US" altLang="zh-CN" sz="1400" b="1" dirty="0">
                <a:solidFill>
                  <a:srgbClr val="2400B0"/>
                </a:solidFill>
                <a:latin typeface="Microsoft YaHei" panose="020B0503020204020204" pitchFamily="34" charset="-122"/>
                <a:ea typeface="Microsoft YaHei" panose="020B0503020204020204" pitchFamily="34" charset="-122"/>
              </a:rPr>
              <a:t>doors</a:t>
            </a:r>
            <a:r>
              <a:rPr lang="zh-CN" altLang="en-US" sz="1400" b="1" dirty="0">
                <a:solidFill>
                  <a:srgbClr val="2400B0"/>
                </a:solidFill>
                <a:latin typeface="Microsoft YaHei" panose="020B0503020204020204" pitchFamily="34" charset="-122"/>
                <a:ea typeface="Microsoft YaHei" panose="020B0503020204020204" pitchFamily="34" charset="-122"/>
              </a:rPr>
              <a:t>、</a:t>
            </a:r>
            <a:r>
              <a:rPr lang="en-US" altLang="ja-JP" sz="1400" b="1" dirty="0" err="1">
                <a:solidFill>
                  <a:srgbClr val="2400B0"/>
                </a:solidFill>
                <a:latin typeface="Microsoft YaHei" panose="020B0503020204020204" pitchFamily="34" charset="-122"/>
                <a:ea typeface="Microsoft YaHei" panose="020B0503020204020204" pitchFamily="34" charset="-122"/>
              </a:rPr>
              <a:t>Reqtify</a:t>
            </a:r>
            <a:r>
              <a:rPr lang="zh-CN" altLang="en-US" sz="1400" b="1" dirty="0">
                <a:solidFill>
                  <a:srgbClr val="2400B0"/>
                </a:solidFill>
                <a:latin typeface="Microsoft YaHei" panose="020B0503020204020204" pitchFamily="34" charset="-122"/>
                <a:ea typeface="Microsoft YaHei" panose="020B0503020204020204" pitchFamily="34" charset="-122"/>
              </a:rPr>
              <a:t>等</a:t>
            </a:r>
            <a:r>
              <a:rPr lang="en-US" altLang="zh-CN" sz="1400" b="1" dirty="0">
                <a:solidFill>
                  <a:srgbClr val="2400B0"/>
                </a:solidFill>
                <a:latin typeface="Microsoft YaHei" panose="020B0503020204020204" pitchFamily="34" charset="-122"/>
                <a:ea typeface="Microsoft YaHei" panose="020B0503020204020204" pitchFamily="34" charset="-122"/>
              </a:rPr>
              <a:t>)</a:t>
            </a:r>
            <a:endParaRPr lang="en-US" altLang="ja-JP" sz="1400" b="1"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9" name="図 8" descr="ダイアグラム&#10;&#10;AI 生成コンテンツは誤りを含む可能性があります。">
            <a:extLst>
              <a:ext uri="{FF2B5EF4-FFF2-40B4-BE49-F238E27FC236}">
                <a16:creationId xmlns:a16="http://schemas.microsoft.com/office/drawing/2014/main" id="{2C88B897-81F7-9A56-D560-3005187795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567" y="1728413"/>
            <a:ext cx="3059928" cy="1324044"/>
          </a:xfrm>
          <a:prstGeom prst="rect">
            <a:avLst/>
          </a:prstGeom>
        </p:spPr>
      </p:pic>
      <p:pic>
        <p:nvPicPr>
          <p:cNvPr id="12" name="図 11" descr="グラフィカル ユーザー インターフェイス, アプリケーション, Word&#10;&#10;AI 生成コンテンツは誤りを含む可能性があります。">
            <a:extLst>
              <a:ext uri="{FF2B5EF4-FFF2-40B4-BE49-F238E27FC236}">
                <a16:creationId xmlns:a16="http://schemas.microsoft.com/office/drawing/2014/main" id="{8CB13B5C-0CD9-2408-3D26-78F308AD62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992" y="3198742"/>
            <a:ext cx="2959345" cy="1483766"/>
          </a:xfrm>
          <a:prstGeom prst="rect">
            <a:avLst/>
          </a:prstGeom>
        </p:spPr>
      </p:pic>
      <p:pic>
        <p:nvPicPr>
          <p:cNvPr id="14" name="図 13" descr="ダイアグラム&#10;&#10;AI 生成コンテンツは誤りを含む可能性があります。">
            <a:extLst>
              <a:ext uri="{FF2B5EF4-FFF2-40B4-BE49-F238E27FC236}">
                <a16:creationId xmlns:a16="http://schemas.microsoft.com/office/drawing/2014/main" id="{B4E1BABE-7036-1656-868A-63C7A670203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84574" y="1825191"/>
            <a:ext cx="3261956" cy="2405436"/>
          </a:xfrm>
          <a:prstGeom prst="rect">
            <a:avLst/>
          </a:prstGeom>
        </p:spPr>
      </p:pic>
      <p:sp>
        <p:nvSpPr>
          <p:cNvPr id="15" name="正方形/長方形 14">
            <a:extLst>
              <a:ext uri="{FF2B5EF4-FFF2-40B4-BE49-F238E27FC236}">
                <a16:creationId xmlns:a16="http://schemas.microsoft.com/office/drawing/2014/main" id="{0FDD0D00-B231-237D-5627-EC7F27274E27}"/>
              </a:ext>
            </a:extLst>
          </p:cNvPr>
          <p:cNvSpPr/>
          <p:nvPr/>
        </p:nvSpPr>
        <p:spPr>
          <a:xfrm>
            <a:off x="1545274" y="4670322"/>
            <a:ext cx="168370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800" dirty="0">
                <a:solidFill>
                  <a:schemeClr val="tx1"/>
                </a:solidFill>
                <a:latin typeface="Microsoft YaHei" panose="020B0503020204020204" pitchFamily="34" charset="-122"/>
                <a:ea typeface="Microsoft YaHei" panose="020B0503020204020204" pitchFamily="34" charset="-122"/>
              </a:rPr>
              <a:t>doors</a:t>
            </a:r>
            <a:r>
              <a:rPr kumimoji="1" lang="zh-CN" altLang="en-US" sz="800" dirty="0">
                <a:solidFill>
                  <a:schemeClr val="tx1"/>
                </a:solidFill>
                <a:latin typeface="Microsoft YaHei" panose="020B0503020204020204" pitchFamily="34" charset="-122"/>
                <a:ea typeface="Microsoft YaHei" panose="020B0503020204020204" pitchFamily="34" charset="-122"/>
              </a:rPr>
              <a:t>需求到设计跟踪例子</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18" name="正方形/長方形 17">
            <a:extLst>
              <a:ext uri="{FF2B5EF4-FFF2-40B4-BE49-F238E27FC236}">
                <a16:creationId xmlns:a16="http://schemas.microsoft.com/office/drawing/2014/main" id="{78F357A4-7596-8F31-4CE9-BFF65315E5A4}"/>
              </a:ext>
            </a:extLst>
          </p:cNvPr>
          <p:cNvSpPr/>
          <p:nvPr/>
        </p:nvSpPr>
        <p:spPr>
          <a:xfrm>
            <a:off x="5834699" y="4393062"/>
            <a:ext cx="168370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ja-JP" sz="800" dirty="0" err="1">
                <a:solidFill>
                  <a:schemeClr val="tx1"/>
                </a:solidFill>
                <a:latin typeface="Microsoft YaHei" panose="020B0503020204020204" pitchFamily="34" charset="-122"/>
                <a:ea typeface="Microsoft YaHei" panose="020B0503020204020204" pitchFamily="34" charset="-122"/>
              </a:rPr>
              <a:t>Reqtify</a:t>
            </a:r>
            <a:r>
              <a:rPr kumimoji="1" lang="zh-CN" altLang="en-US" sz="800" dirty="0">
                <a:solidFill>
                  <a:schemeClr val="tx1"/>
                </a:solidFill>
                <a:latin typeface="Microsoft YaHei" panose="020B0503020204020204" pitchFamily="34" charset="-122"/>
                <a:ea typeface="Microsoft YaHei" panose="020B0503020204020204" pitchFamily="34" charset="-122"/>
              </a:rPr>
              <a:t>需求到代码跟踪例子</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
        <p:nvSpPr>
          <p:cNvPr id="19" name="正方形/長方形 18">
            <a:extLst>
              <a:ext uri="{FF2B5EF4-FFF2-40B4-BE49-F238E27FC236}">
                <a16:creationId xmlns:a16="http://schemas.microsoft.com/office/drawing/2014/main" id="{70BA1753-521F-6E7E-B6E9-FE4DE1DDCDF1}"/>
              </a:ext>
            </a:extLst>
          </p:cNvPr>
          <p:cNvSpPr/>
          <p:nvPr/>
        </p:nvSpPr>
        <p:spPr>
          <a:xfrm>
            <a:off x="1473680" y="3039798"/>
            <a:ext cx="1790220"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800" dirty="0">
                <a:solidFill>
                  <a:schemeClr val="tx1"/>
                </a:solidFill>
                <a:latin typeface="Microsoft YaHei" panose="020B0503020204020204" pitchFamily="34" charset="-122"/>
                <a:ea typeface="Microsoft YaHei" panose="020B0503020204020204" pitchFamily="34" charset="-122"/>
              </a:rPr>
              <a:t>Doors</a:t>
            </a:r>
            <a:r>
              <a:rPr kumimoji="1" lang="zh-CN" altLang="en-US" sz="800" dirty="0">
                <a:solidFill>
                  <a:schemeClr val="tx1"/>
                </a:solidFill>
                <a:latin typeface="Microsoft YaHei" panose="020B0503020204020204" pitchFamily="34" charset="-122"/>
                <a:ea typeface="Microsoft YaHei" panose="020B0503020204020204" pitchFamily="34" charset="-122"/>
              </a:rPr>
              <a:t>通过链接将各层级需求关联</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216188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76541-EE14-10F4-31D7-2B1EFF55643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654E4B4-AF9F-C0C3-DC0E-DB2B0C5C3619}"/>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1E162EC7-0E4D-8C3D-C555-6185FE1045B9}"/>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7973DBC3-C1CC-B14A-BA8A-CAF1C15D94E1}"/>
              </a:ext>
            </a:extLst>
          </p:cNvPr>
          <p:cNvSpPr>
            <a:spLocks noGrp="1"/>
          </p:cNvSpPr>
          <p:nvPr>
            <p:ph type="sldNum" sz="quarter" idx="4"/>
          </p:nvPr>
        </p:nvSpPr>
        <p:spPr/>
        <p:txBody>
          <a:bodyPr/>
          <a:lstStyle/>
          <a:p>
            <a:fld id="{4D029D89-7B63-4C94-AD4D-2E4D6BB83637}" type="slidenum">
              <a:rPr kumimoji="1" lang="ja-JP" altLang="en-US" smtClean="0"/>
              <a:pPr/>
              <a:t>29</a:t>
            </a:fld>
            <a:endParaRPr kumimoji="1" lang="ja-JP" altLang="en-US"/>
          </a:p>
        </p:txBody>
      </p:sp>
      <p:sp>
        <p:nvSpPr>
          <p:cNvPr id="11" name="コンテンツ プレースホルダー 10">
            <a:extLst>
              <a:ext uri="{FF2B5EF4-FFF2-40B4-BE49-F238E27FC236}">
                <a16:creationId xmlns:a16="http://schemas.microsoft.com/office/drawing/2014/main" id="{99021C8C-308B-300E-B379-99D4A821A826}"/>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一致性和可追溯性</a:t>
            </a:r>
            <a:r>
              <a:rPr lang="en-US" altLang="zh-CN" dirty="0">
                <a:solidFill>
                  <a:srgbClr val="2400B0"/>
                </a:solidFill>
                <a:latin typeface="Microsoft YaHei" panose="020B0503020204020204" pitchFamily="34" charset="-122"/>
                <a:ea typeface="Microsoft YaHei" panose="020B0503020204020204" pitchFamily="34" charset="-122"/>
              </a:rPr>
              <a:t>-FNST</a:t>
            </a:r>
            <a:r>
              <a:rPr lang="zh-CN" altLang="en-US" dirty="0">
                <a:solidFill>
                  <a:srgbClr val="2400B0"/>
                </a:solidFill>
                <a:latin typeface="Microsoft YaHei" panose="020B0503020204020204" pitchFamily="34" charset="-122"/>
                <a:ea typeface="Microsoft YaHei" panose="020B0503020204020204" pitchFamily="34" charset="-122"/>
              </a:rPr>
              <a:t>作业中的例子</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grpSp>
        <p:nvGrpSpPr>
          <p:cNvPr id="14" name="グループ化 13">
            <a:extLst>
              <a:ext uri="{FF2B5EF4-FFF2-40B4-BE49-F238E27FC236}">
                <a16:creationId xmlns:a16="http://schemas.microsoft.com/office/drawing/2014/main" id="{9C02B52E-BC64-F8CB-15EE-C8AE83D40010}"/>
              </a:ext>
            </a:extLst>
          </p:cNvPr>
          <p:cNvGrpSpPr/>
          <p:nvPr/>
        </p:nvGrpSpPr>
        <p:grpSpPr>
          <a:xfrm>
            <a:off x="289127" y="1200872"/>
            <a:ext cx="2178183" cy="3048720"/>
            <a:chOff x="534392" y="856457"/>
            <a:chExt cx="2789853" cy="3630210"/>
          </a:xfrm>
        </p:grpSpPr>
        <p:grpSp>
          <p:nvGrpSpPr>
            <p:cNvPr id="15" name="グループ化 14">
              <a:extLst>
                <a:ext uri="{FF2B5EF4-FFF2-40B4-BE49-F238E27FC236}">
                  <a16:creationId xmlns:a16="http://schemas.microsoft.com/office/drawing/2014/main" id="{54F1D19E-A3A9-CE3A-C8E3-39F5B49EFAF6}"/>
                </a:ext>
              </a:extLst>
            </p:cNvPr>
            <p:cNvGrpSpPr/>
            <p:nvPr/>
          </p:nvGrpSpPr>
          <p:grpSpPr>
            <a:xfrm>
              <a:off x="908817" y="856457"/>
              <a:ext cx="1887411" cy="3630210"/>
              <a:chOff x="465264" y="2361671"/>
              <a:chExt cx="1772747" cy="4202239"/>
            </a:xfrm>
          </p:grpSpPr>
          <p:sp>
            <p:nvSpPr>
              <p:cNvPr id="35" name="フローチャート : 判断 67">
                <a:extLst>
                  <a:ext uri="{FF2B5EF4-FFF2-40B4-BE49-F238E27FC236}">
                    <a16:creationId xmlns:a16="http://schemas.microsoft.com/office/drawing/2014/main" id="{7EAFB173-433D-D5FB-0379-0AA38DBF72AC}"/>
                  </a:ext>
                </a:extLst>
              </p:cNvPr>
              <p:cNvSpPr/>
              <p:nvPr/>
            </p:nvSpPr>
            <p:spPr bwMode="auto">
              <a:xfrm>
                <a:off x="504074" y="3123278"/>
                <a:ext cx="1695126" cy="341049"/>
              </a:xfrm>
              <a:prstGeom prst="flowChartDecision">
                <a:avLst/>
              </a:prstGeom>
              <a:solidFill>
                <a:srgbClr val="99CCFF"/>
              </a:solidFill>
              <a:ln w="15875">
                <a:solidFill>
                  <a:srgbClr val="99CCFF"/>
                </a:solidFill>
                <a:miter lim="800000"/>
                <a:headEnd/>
                <a:tailEnd/>
              </a:ln>
              <a:effectLst/>
            </p:spPr>
            <p:txBody>
              <a:bodyPr wrap="none" lIns="36576" tIns="22860" rIns="0" bIns="0" rtlCol="0" anchor="ctr" upright="1"/>
              <a:lstStyle/>
              <a:p>
                <a:pPr algn="ctr" rtl="0">
                  <a:lnSpc>
                    <a:spcPts val="1500"/>
                  </a:lnSpc>
                </a:pP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判断</a:t>
                </a:r>
                <a:r>
                  <a:rPr kumimoji="1" lang="en-US" altLang="zh-CN"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1</a:t>
                </a: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cxnSp>
            <p:nvCxnSpPr>
              <p:cNvPr id="36" name="カギ線コネクタ 7">
                <a:extLst>
                  <a:ext uri="{FF2B5EF4-FFF2-40B4-BE49-F238E27FC236}">
                    <a16:creationId xmlns:a16="http://schemas.microsoft.com/office/drawing/2014/main" id="{72842E57-3276-D420-8727-C475B60F6B28}"/>
                  </a:ext>
                </a:extLst>
              </p:cNvPr>
              <p:cNvCxnSpPr>
                <a:stCxn id="38" idx="3"/>
              </p:cNvCxnSpPr>
              <p:nvPr/>
            </p:nvCxnSpPr>
            <p:spPr bwMode="auto">
              <a:xfrm flipH="1">
                <a:off x="1351637" y="4352384"/>
                <a:ext cx="847563" cy="1257119"/>
              </a:xfrm>
              <a:prstGeom prst="bentConnector4">
                <a:avLst>
                  <a:gd name="adj1" fmla="val -26971"/>
                  <a:gd name="adj2" fmla="val 73754"/>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7" name="フローチャート: 処理 36">
                <a:extLst>
                  <a:ext uri="{FF2B5EF4-FFF2-40B4-BE49-F238E27FC236}">
                    <a16:creationId xmlns:a16="http://schemas.microsoft.com/office/drawing/2014/main" id="{EE9B81A8-3D43-E678-10B6-16365FEA6618}"/>
                  </a:ext>
                </a:extLst>
              </p:cNvPr>
              <p:cNvSpPr/>
              <p:nvPr/>
            </p:nvSpPr>
            <p:spPr bwMode="auto">
              <a:xfrm>
                <a:off x="465264" y="3690463"/>
                <a:ext cx="1772747" cy="265260"/>
              </a:xfrm>
              <a:prstGeom prst="flowChartProcess">
                <a:avLst/>
              </a:prstGeom>
              <a:solidFill>
                <a:srgbClr val="99CCFF"/>
              </a:solidFill>
              <a:ln w="15875">
                <a:solidFill>
                  <a:srgbClr val="99CCFF"/>
                </a:solidFill>
                <a:miter lim="800000"/>
                <a:headEnd/>
                <a:tailEnd/>
              </a:ln>
              <a:effectLst/>
            </p:spPr>
            <p:txBody>
              <a:bodyPr wrap="none" lIns="36576" tIns="22860" rIns="0" bIns="0" rtlCol="0" anchor="ctr" upright="1"/>
              <a:lstStyle/>
              <a:p>
                <a:pPr algn="ctr" rtl="0">
                  <a:lnSpc>
                    <a:spcPts val="1500"/>
                  </a:lnSpc>
                </a:pP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处理</a:t>
                </a:r>
                <a:r>
                  <a:rPr kumimoji="1" lang="en-US" altLang="zh-CN"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1</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38" name="フローチャート : 判断 71">
                <a:extLst>
                  <a:ext uri="{FF2B5EF4-FFF2-40B4-BE49-F238E27FC236}">
                    <a16:creationId xmlns:a16="http://schemas.microsoft.com/office/drawing/2014/main" id="{AEBEAAAF-1BCC-0934-77B5-C57C6B307928}"/>
                  </a:ext>
                </a:extLst>
              </p:cNvPr>
              <p:cNvSpPr/>
              <p:nvPr/>
            </p:nvSpPr>
            <p:spPr bwMode="auto">
              <a:xfrm>
                <a:off x="504074" y="4181859"/>
                <a:ext cx="1695126" cy="341049"/>
              </a:xfrm>
              <a:prstGeom prst="flowChartDecision">
                <a:avLst/>
              </a:prstGeom>
              <a:solidFill>
                <a:srgbClr val="99CCFF"/>
              </a:solidFill>
              <a:ln w="15875">
                <a:solidFill>
                  <a:srgbClr val="99CCFF"/>
                </a:solidFill>
                <a:miter lim="800000"/>
                <a:headEnd/>
                <a:tailEnd/>
              </a:ln>
              <a:effectLst/>
            </p:spPr>
            <p:txBody>
              <a:bodyPr wrap="none" lIns="36576" tIns="22860" rIns="0" bIns="0" rtlCol="0" anchor="ctr" upright="1"/>
              <a:lstStyle/>
              <a:p>
                <a:pPr algn="ctr" rtl="0">
                  <a:lnSpc>
                    <a:spcPts val="1500"/>
                  </a:lnSpc>
                </a:pP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判断</a:t>
                </a:r>
                <a:r>
                  <a:rPr kumimoji="1" lang="en-US" altLang="zh-CN"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2</a:t>
                </a: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39" name="フローチャート: 処理 38">
                <a:extLst>
                  <a:ext uri="{FF2B5EF4-FFF2-40B4-BE49-F238E27FC236}">
                    <a16:creationId xmlns:a16="http://schemas.microsoft.com/office/drawing/2014/main" id="{0172ECAC-E606-CDE5-85E1-FA06895989AF}"/>
                  </a:ext>
                </a:extLst>
              </p:cNvPr>
              <p:cNvSpPr/>
              <p:nvPr/>
            </p:nvSpPr>
            <p:spPr bwMode="auto">
              <a:xfrm>
                <a:off x="465264" y="4749044"/>
                <a:ext cx="1772747" cy="265260"/>
              </a:xfrm>
              <a:prstGeom prst="flowChartProcess">
                <a:avLst/>
              </a:prstGeom>
              <a:solidFill>
                <a:srgbClr val="99CCFF"/>
              </a:solidFill>
              <a:ln w="15875">
                <a:solidFill>
                  <a:srgbClr val="99CCFF"/>
                </a:solidFill>
                <a:miter lim="800000"/>
                <a:headEnd/>
                <a:tailEnd/>
              </a:ln>
              <a:effectLst/>
            </p:spPr>
            <p:txBody>
              <a:bodyPr wrap="none" lIns="36576" tIns="22860" rIns="0" bIns="0" rtlCol="0" anchor="ctr" upright="1"/>
              <a:lstStyle/>
              <a:p>
                <a:pPr algn="ctr" rtl="0">
                  <a:lnSpc>
                    <a:spcPts val="1500"/>
                  </a:lnSpc>
                </a:pP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处理</a:t>
                </a:r>
                <a:r>
                  <a:rPr kumimoji="1" lang="en-US" altLang="zh-CN"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2</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40" name="片側の 2 つの角を丸めた四角形 24">
                <a:extLst>
                  <a:ext uri="{FF2B5EF4-FFF2-40B4-BE49-F238E27FC236}">
                    <a16:creationId xmlns:a16="http://schemas.microsoft.com/office/drawing/2014/main" id="{21207875-DBD1-303C-2BDC-F9A38D78EFC4}"/>
                  </a:ext>
                </a:extLst>
              </p:cNvPr>
              <p:cNvSpPr/>
              <p:nvPr/>
            </p:nvSpPr>
            <p:spPr bwMode="auto">
              <a:xfrm>
                <a:off x="759861" y="2361671"/>
                <a:ext cx="1183553" cy="337351"/>
              </a:xfrm>
              <a:custGeom>
                <a:avLst/>
                <a:gdLst>
                  <a:gd name="connsiteX0" fmla="*/ 168676 w 1180730"/>
                  <a:gd name="connsiteY0" fmla="*/ 0 h 337351"/>
                  <a:gd name="connsiteX1" fmla="*/ 1012055 w 1180730"/>
                  <a:gd name="connsiteY1" fmla="*/ 0 h 337351"/>
                  <a:gd name="connsiteX2" fmla="*/ 1180731 w 1180730"/>
                  <a:gd name="connsiteY2" fmla="*/ 168676 h 337351"/>
                  <a:gd name="connsiteX3" fmla="*/ 1180730 w 1180730"/>
                  <a:gd name="connsiteY3" fmla="*/ 337351 h 337351"/>
                  <a:gd name="connsiteX4" fmla="*/ 1180730 w 1180730"/>
                  <a:gd name="connsiteY4" fmla="*/ 337351 h 337351"/>
                  <a:gd name="connsiteX5" fmla="*/ 0 w 1180730"/>
                  <a:gd name="connsiteY5" fmla="*/ 337351 h 337351"/>
                  <a:gd name="connsiteX6" fmla="*/ 0 w 1180730"/>
                  <a:gd name="connsiteY6" fmla="*/ 337351 h 337351"/>
                  <a:gd name="connsiteX7" fmla="*/ 0 w 1180730"/>
                  <a:gd name="connsiteY7" fmla="*/ 168676 h 337351"/>
                  <a:gd name="connsiteX8" fmla="*/ 168676 w 1180730"/>
                  <a:gd name="connsiteY8" fmla="*/ 0 h 337351"/>
                  <a:gd name="connsiteX0" fmla="*/ 168676 w 1180731"/>
                  <a:gd name="connsiteY0" fmla="*/ 0 h 337351"/>
                  <a:gd name="connsiteX1" fmla="*/ 1012055 w 1180731"/>
                  <a:gd name="connsiteY1" fmla="*/ 0 h 337351"/>
                  <a:gd name="connsiteX2" fmla="*/ 1180731 w 1180731"/>
                  <a:gd name="connsiteY2" fmla="*/ 168676 h 337351"/>
                  <a:gd name="connsiteX3" fmla="*/ 1180730 w 1180731"/>
                  <a:gd name="connsiteY3" fmla="*/ 337351 h 337351"/>
                  <a:gd name="connsiteX4" fmla="*/ 1180730 w 1180731"/>
                  <a:gd name="connsiteY4" fmla="*/ 337351 h 337351"/>
                  <a:gd name="connsiteX5" fmla="*/ 0 w 1180731"/>
                  <a:gd name="connsiteY5" fmla="*/ 337351 h 337351"/>
                  <a:gd name="connsiteX6" fmla="*/ 0 w 1180731"/>
                  <a:gd name="connsiteY6" fmla="*/ 337351 h 337351"/>
                  <a:gd name="connsiteX7" fmla="*/ 0 w 1180731"/>
                  <a:gd name="connsiteY7" fmla="*/ 168676 h 337351"/>
                  <a:gd name="connsiteX8" fmla="*/ 168676 w 1180731"/>
                  <a:gd name="connsiteY8" fmla="*/ 0 h 337351"/>
                  <a:gd name="connsiteX0" fmla="*/ 168676 w 1180731"/>
                  <a:gd name="connsiteY0" fmla="*/ 0 h 337351"/>
                  <a:gd name="connsiteX1" fmla="*/ 1012055 w 1180731"/>
                  <a:gd name="connsiteY1" fmla="*/ 0 h 337351"/>
                  <a:gd name="connsiteX2" fmla="*/ 1180731 w 1180731"/>
                  <a:gd name="connsiteY2" fmla="*/ 168676 h 337351"/>
                  <a:gd name="connsiteX3" fmla="*/ 1180730 w 1180731"/>
                  <a:gd name="connsiteY3" fmla="*/ 337351 h 337351"/>
                  <a:gd name="connsiteX4" fmla="*/ 1180730 w 1180731"/>
                  <a:gd name="connsiteY4" fmla="*/ 337351 h 337351"/>
                  <a:gd name="connsiteX5" fmla="*/ 0 w 1180731"/>
                  <a:gd name="connsiteY5" fmla="*/ 337351 h 337351"/>
                  <a:gd name="connsiteX6" fmla="*/ 0 w 1180731"/>
                  <a:gd name="connsiteY6" fmla="*/ 337351 h 337351"/>
                  <a:gd name="connsiteX7" fmla="*/ 0 w 1180731"/>
                  <a:gd name="connsiteY7" fmla="*/ 168676 h 337351"/>
                  <a:gd name="connsiteX8" fmla="*/ 168676 w 1180731"/>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60"/>
                  <a:gd name="connsiteY0" fmla="*/ 0 h 337351"/>
                  <a:gd name="connsiteX1" fmla="*/ 1014877 w 1183560"/>
                  <a:gd name="connsiteY1" fmla="*/ 0 h 337351"/>
                  <a:gd name="connsiteX2" fmla="*/ 1183553 w 1183560"/>
                  <a:gd name="connsiteY2" fmla="*/ 168676 h 337351"/>
                  <a:gd name="connsiteX3" fmla="*/ 1183552 w 1183560"/>
                  <a:gd name="connsiteY3" fmla="*/ 337351 h 337351"/>
                  <a:gd name="connsiteX4" fmla="*/ 1183552 w 1183560"/>
                  <a:gd name="connsiteY4" fmla="*/ 337351 h 337351"/>
                  <a:gd name="connsiteX5" fmla="*/ 2822 w 1183560"/>
                  <a:gd name="connsiteY5" fmla="*/ 337351 h 337351"/>
                  <a:gd name="connsiteX6" fmla="*/ 2822 w 1183560"/>
                  <a:gd name="connsiteY6" fmla="*/ 337351 h 337351"/>
                  <a:gd name="connsiteX7" fmla="*/ 2822 w 1183560"/>
                  <a:gd name="connsiteY7" fmla="*/ 168676 h 337351"/>
                  <a:gd name="connsiteX8" fmla="*/ 171498 w 1183560"/>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3553" h="337351">
                    <a:moveTo>
                      <a:pt x="171498" y="0"/>
                    </a:moveTo>
                    <a:lnTo>
                      <a:pt x="1014877" y="0"/>
                    </a:lnTo>
                    <a:cubicBezTo>
                      <a:pt x="1187409" y="177800"/>
                      <a:pt x="1027978" y="12019"/>
                      <a:pt x="1183553" y="168676"/>
                    </a:cubicBezTo>
                    <a:cubicBezTo>
                      <a:pt x="1183553" y="224901"/>
                      <a:pt x="1183552" y="281126"/>
                      <a:pt x="1183552" y="337351"/>
                    </a:cubicBezTo>
                    <a:lnTo>
                      <a:pt x="1183552" y="337351"/>
                    </a:lnTo>
                    <a:lnTo>
                      <a:pt x="2822" y="337351"/>
                    </a:lnTo>
                    <a:lnTo>
                      <a:pt x="2822" y="337351"/>
                    </a:lnTo>
                    <a:cubicBezTo>
                      <a:pt x="2822" y="281126"/>
                      <a:pt x="-3528" y="332851"/>
                      <a:pt x="2822" y="168676"/>
                    </a:cubicBezTo>
                    <a:cubicBezTo>
                      <a:pt x="174087" y="1323"/>
                      <a:pt x="16845" y="166795"/>
                      <a:pt x="171498" y="0"/>
                    </a:cubicBezTo>
                    <a:close/>
                  </a:path>
                </a:pathLst>
              </a:custGeom>
              <a:solidFill>
                <a:srgbClr val="99CCFF"/>
              </a:solidFill>
              <a:ln w="15875">
                <a:solidFill>
                  <a:srgbClr val="99CCFF"/>
                </a:solidFill>
                <a:miter lim="800000"/>
                <a:headEnd/>
                <a:tailEnd/>
              </a:ln>
              <a:effectLst/>
            </p:spPr>
            <p:txBody>
              <a:bodyPr wrap="square" lIns="36576" tIns="22860" rIns="0" bIns="0" rtlCol="0" anchor="ctr" upright="1"/>
              <a:lstStyle/>
              <a:p>
                <a:pPr algn="ctr" rtl="0">
                  <a:lnSpc>
                    <a:spcPts val="1500"/>
                  </a:lnSpc>
                </a:pPr>
                <a:r>
                  <a:rPr kumimoji="1" lang="zh-CN"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顺序确认</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41" name="片側の 2 つの角を丸めた四角形 24">
                <a:extLst>
                  <a:ext uri="{FF2B5EF4-FFF2-40B4-BE49-F238E27FC236}">
                    <a16:creationId xmlns:a16="http://schemas.microsoft.com/office/drawing/2014/main" id="{90C6EE5D-8E61-0CE7-F715-6A31F7573AA0}"/>
                  </a:ext>
                </a:extLst>
              </p:cNvPr>
              <p:cNvSpPr/>
              <p:nvPr/>
            </p:nvSpPr>
            <p:spPr bwMode="auto">
              <a:xfrm flipH="1" flipV="1">
                <a:off x="759861" y="5609503"/>
                <a:ext cx="1183553" cy="337351"/>
              </a:xfrm>
              <a:custGeom>
                <a:avLst/>
                <a:gdLst>
                  <a:gd name="connsiteX0" fmla="*/ 168676 w 1180730"/>
                  <a:gd name="connsiteY0" fmla="*/ 0 h 337351"/>
                  <a:gd name="connsiteX1" fmla="*/ 1012055 w 1180730"/>
                  <a:gd name="connsiteY1" fmla="*/ 0 h 337351"/>
                  <a:gd name="connsiteX2" fmla="*/ 1180731 w 1180730"/>
                  <a:gd name="connsiteY2" fmla="*/ 168676 h 337351"/>
                  <a:gd name="connsiteX3" fmla="*/ 1180730 w 1180730"/>
                  <a:gd name="connsiteY3" fmla="*/ 337351 h 337351"/>
                  <a:gd name="connsiteX4" fmla="*/ 1180730 w 1180730"/>
                  <a:gd name="connsiteY4" fmla="*/ 337351 h 337351"/>
                  <a:gd name="connsiteX5" fmla="*/ 0 w 1180730"/>
                  <a:gd name="connsiteY5" fmla="*/ 337351 h 337351"/>
                  <a:gd name="connsiteX6" fmla="*/ 0 w 1180730"/>
                  <a:gd name="connsiteY6" fmla="*/ 337351 h 337351"/>
                  <a:gd name="connsiteX7" fmla="*/ 0 w 1180730"/>
                  <a:gd name="connsiteY7" fmla="*/ 168676 h 337351"/>
                  <a:gd name="connsiteX8" fmla="*/ 168676 w 1180730"/>
                  <a:gd name="connsiteY8" fmla="*/ 0 h 337351"/>
                  <a:gd name="connsiteX0" fmla="*/ 168676 w 1180731"/>
                  <a:gd name="connsiteY0" fmla="*/ 0 h 337351"/>
                  <a:gd name="connsiteX1" fmla="*/ 1012055 w 1180731"/>
                  <a:gd name="connsiteY1" fmla="*/ 0 h 337351"/>
                  <a:gd name="connsiteX2" fmla="*/ 1180731 w 1180731"/>
                  <a:gd name="connsiteY2" fmla="*/ 168676 h 337351"/>
                  <a:gd name="connsiteX3" fmla="*/ 1180730 w 1180731"/>
                  <a:gd name="connsiteY3" fmla="*/ 337351 h 337351"/>
                  <a:gd name="connsiteX4" fmla="*/ 1180730 w 1180731"/>
                  <a:gd name="connsiteY4" fmla="*/ 337351 h 337351"/>
                  <a:gd name="connsiteX5" fmla="*/ 0 w 1180731"/>
                  <a:gd name="connsiteY5" fmla="*/ 337351 h 337351"/>
                  <a:gd name="connsiteX6" fmla="*/ 0 w 1180731"/>
                  <a:gd name="connsiteY6" fmla="*/ 337351 h 337351"/>
                  <a:gd name="connsiteX7" fmla="*/ 0 w 1180731"/>
                  <a:gd name="connsiteY7" fmla="*/ 168676 h 337351"/>
                  <a:gd name="connsiteX8" fmla="*/ 168676 w 1180731"/>
                  <a:gd name="connsiteY8" fmla="*/ 0 h 337351"/>
                  <a:gd name="connsiteX0" fmla="*/ 168676 w 1180731"/>
                  <a:gd name="connsiteY0" fmla="*/ 0 h 337351"/>
                  <a:gd name="connsiteX1" fmla="*/ 1012055 w 1180731"/>
                  <a:gd name="connsiteY1" fmla="*/ 0 h 337351"/>
                  <a:gd name="connsiteX2" fmla="*/ 1180731 w 1180731"/>
                  <a:gd name="connsiteY2" fmla="*/ 168676 h 337351"/>
                  <a:gd name="connsiteX3" fmla="*/ 1180730 w 1180731"/>
                  <a:gd name="connsiteY3" fmla="*/ 337351 h 337351"/>
                  <a:gd name="connsiteX4" fmla="*/ 1180730 w 1180731"/>
                  <a:gd name="connsiteY4" fmla="*/ 337351 h 337351"/>
                  <a:gd name="connsiteX5" fmla="*/ 0 w 1180731"/>
                  <a:gd name="connsiteY5" fmla="*/ 337351 h 337351"/>
                  <a:gd name="connsiteX6" fmla="*/ 0 w 1180731"/>
                  <a:gd name="connsiteY6" fmla="*/ 337351 h 337351"/>
                  <a:gd name="connsiteX7" fmla="*/ 0 w 1180731"/>
                  <a:gd name="connsiteY7" fmla="*/ 168676 h 337351"/>
                  <a:gd name="connsiteX8" fmla="*/ 168676 w 1180731"/>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 name="connsiteX0" fmla="*/ 171498 w 1183560"/>
                  <a:gd name="connsiteY0" fmla="*/ 0 h 337351"/>
                  <a:gd name="connsiteX1" fmla="*/ 1014877 w 1183560"/>
                  <a:gd name="connsiteY1" fmla="*/ 0 h 337351"/>
                  <a:gd name="connsiteX2" fmla="*/ 1183553 w 1183560"/>
                  <a:gd name="connsiteY2" fmla="*/ 168676 h 337351"/>
                  <a:gd name="connsiteX3" fmla="*/ 1183552 w 1183560"/>
                  <a:gd name="connsiteY3" fmla="*/ 337351 h 337351"/>
                  <a:gd name="connsiteX4" fmla="*/ 1183552 w 1183560"/>
                  <a:gd name="connsiteY4" fmla="*/ 337351 h 337351"/>
                  <a:gd name="connsiteX5" fmla="*/ 2822 w 1183560"/>
                  <a:gd name="connsiteY5" fmla="*/ 337351 h 337351"/>
                  <a:gd name="connsiteX6" fmla="*/ 2822 w 1183560"/>
                  <a:gd name="connsiteY6" fmla="*/ 337351 h 337351"/>
                  <a:gd name="connsiteX7" fmla="*/ 2822 w 1183560"/>
                  <a:gd name="connsiteY7" fmla="*/ 168676 h 337351"/>
                  <a:gd name="connsiteX8" fmla="*/ 171498 w 1183560"/>
                  <a:gd name="connsiteY8" fmla="*/ 0 h 337351"/>
                  <a:gd name="connsiteX0" fmla="*/ 171498 w 1183553"/>
                  <a:gd name="connsiteY0" fmla="*/ 0 h 337351"/>
                  <a:gd name="connsiteX1" fmla="*/ 1014877 w 1183553"/>
                  <a:gd name="connsiteY1" fmla="*/ 0 h 337351"/>
                  <a:gd name="connsiteX2" fmla="*/ 1183553 w 1183553"/>
                  <a:gd name="connsiteY2" fmla="*/ 168676 h 337351"/>
                  <a:gd name="connsiteX3" fmla="*/ 1183552 w 1183553"/>
                  <a:gd name="connsiteY3" fmla="*/ 337351 h 337351"/>
                  <a:gd name="connsiteX4" fmla="*/ 1183552 w 1183553"/>
                  <a:gd name="connsiteY4" fmla="*/ 337351 h 337351"/>
                  <a:gd name="connsiteX5" fmla="*/ 2822 w 1183553"/>
                  <a:gd name="connsiteY5" fmla="*/ 337351 h 337351"/>
                  <a:gd name="connsiteX6" fmla="*/ 2822 w 1183553"/>
                  <a:gd name="connsiteY6" fmla="*/ 337351 h 337351"/>
                  <a:gd name="connsiteX7" fmla="*/ 2822 w 1183553"/>
                  <a:gd name="connsiteY7" fmla="*/ 168676 h 337351"/>
                  <a:gd name="connsiteX8" fmla="*/ 171498 w 1183553"/>
                  <a:gd name="connsiteY8" fmla="*/ 0 h 337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83553" h="337351">
                    <a:moveTo>
                      <a:pt x="171498" y="0"/>
                    </a:moveTo>
                    <a:lnTo>
                      <a:pt x="1014877" y="0"/>
                    </a:lnTo>
                    <a:cubicBezTo>
                      <a:pt x="1187409" y="177800"/>
                      <a:pt x="1027978" y="12019"/>
                      <a:pt x="1183553" y="168676"/>
                    </a:cubicBezTo>
                    <a:cubicBezTo>
                      <a:pt x="1183553" y="224901"/>
                      <a:pt x="1183552" y="281126"/>
                      <a:pt x="1183552" y="337351"/>
                    </a:cubicBezTo>
                    <a:lnTo>
                      <a:pt x="1183552" y="337351"/>
                    </a:lnTo>
                    <a:lnTo>
                      <a:pt x="2822" y="337351"/>
                    </a:lnTo>
                    <a:lnTo>
                      <a:pt x="2822" y="337351"/>
                    </a:lnTo>
                    <a:cubicBezTo>
                      <a:pt x="2822" y="281126"/>
                      <a:pt x="-3528" y="332851"/>
                      <a:pt x="2822" y="168676"/>
                    </a:cubicBezTo>
                    <a:cubicBezTo>
                      <a:pt x="174087" y="1323"/>
                      <a:pt x="16845" y="166795"/>
                      <a:pt x="171498" y="0"/>
                    </a:cubicBezTo>
                    <a:close/>
                  </a:path>
                </a:pathLst>
              </a:custGeom>
              <a:solidFill>
                <a:srgbClr val="99CCFF"/>
              </a:solidFill>
              <a:ln w="15875">
                <a:solidFill>
                  <a:srgbClr val="99CCFF"/>
                </a:solidFill>
                <a:miter lim="800000"/>
                <a:headEnd/>
                <a:tailEnd/>
              </a:ln>
              <a:effectLst/>
            </p:spPr>
            <p:txBody>
              <a:bodyPr wrap="square" lIns="36576" tIns="22860" rIns="0" bIns="0" rtlCol="0" anchor="ctr" upright="1"/>
              <a:lstStyle/>
              <a:p>
                <a:pPr algn="ctr" rtl="0">
                  <a:lnSpc>
                    <a:spcPts val="1500"/>
                  </a:lnSpc>
                </a:pPr>
                <a:r>
                  <a:rPr kumimoji="1" lang="zh-CN" altLang="en-US" sz="100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循环</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cxnSp>
            <p:nvCxnSpPr>
              <p:cNvPr id="42" name="カギ線コネクタ 13">
                <a:extLst>
                  <a:ext uri="{FF2B5EF4-FFF2-40B4-BE49-F238E27FC236}">
                    <a16:creationId xmlns:a16="http://schemas.microsoft.com/office/drawing/2014/main" id="{322A5CDC-DDF7-77DC-D034-A90DB410542F}"/>
                  </a:ext>
                </a:extLst>
              </p:cNvPr>
              <p:cNvCxnSpPr>
                <a:stCxn id="35" idx="3"/>
              </p:cNvCxnSpPr>
              <p:nvPr/>
            </p:nvCxnSpPr>
            <p:spPr bwMode="auto">
              <a:xfrm flipH="1">
                <a:off x="1351637" y="3293803"/>
                <a:ext cx="847563" cy="2315700"/>
              </a:xfrm>
              <a:prstGeom prst="bentConnector4">
                <a:avLst>
                  <a:gd name="adj1" fmla="val -41822"/>
                  <a:gd name="adj2" fmla="val 89263"/>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3" name="カギ線コネクタ 14">
                <a:extLst>
                  <a:ext uri="{FF2B5EF4-FFF2-40B4-BE49-F238E27FC236}">
                    <a16:creationId xmlns:a16="http://schemas.microsoft.com/office/drawing/2014/main" id="{B7C0DA59-E12B-122B-4123-FBF75C9A4BE2}"/>
                  </a:ext>
                </a:extLst>
              </p:cNvPr>
              <p:cNvCxnSpPr>
                <a:stCxn id="41" idx="2"/>
                <a:endCxn id="40" idx="7"/>
              </p:cNvCxnSpPr>
              <p:nvPr/>
            </p:nvCxnSpPr>
            <p:spPr bwMode="auto">
              <a:xfrm rot="10800000" flipH="1">
                <a:off x="759861" y="2530348"/>
                <a:ext cx="2822" cy="3247831"/>
              </a:xfrm>
              <a:prstGeom prst="bentConnector5">
                <a:avLst>
                  <a:gd name="adj1" fmla="val -20521616"/>
                  <a:gd name="adj2" fmla="val 50000"/>
                  <a:gd name="adj3" fmla="val -20421616"/>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4" name="直線矢印コネクタ 43">
                <a:extLst>
                  <a:ext uri="{FF2B5EF4-FFF2-40B4-BE49-F238E27FC236}">
                    <a16:creationId xmlns:a16="http://schemas.microsoft.com/office/drawing/2014/main" id="{F301AA44-E524-05B6-D49A-2E24DED09B49}"/>
                  </a:ext>
                </a:extLst>
              </p:cNvPr>
              <p:cNvCxnSpPr>
                <a:stCxn id="39" idx="2"/>
              </p:cNvCxnSpPr>
              <p:nvPr/>
            </p:nvCxnSpPr>
            <p:spPr bwMode="auto">
              <a:xfrm flipH="1">
                <a:off x="1351637" y="5014304"/>
                <a:ext cx="1" cy="595199"/>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 name="直線矢印コネクタ 44">
                <a:extLst>
                  <a:ext uri="{FF2B5EF4-FFF2-40B4-BE49-F238E27FC236}">
                    <a16:creationId xmlns:a16="http://schemas.microsoft.com/office/drawing/2014/main" id="{3D10E67B-55D5-5C44-CFBB-8C3B0AE61B6F}"/>
                  </a:ext>
                </a:extLst>
              </p:cNvPr>
              <p:cNvCxnSpPr>
                <a:stCxn id="38" idx="2"/>
                <a:endCxn id="39" idx="0"/>
              </p:cNvCxnSpPr>
              <p:nvPr/>
            </p:nvCxnSpPr>
            <p:spPr bwMode="auto">
              <a:xfrm>
                <a:off x="1351637" y="4522908"/>
                <a:ext cx="1" cy="226136"/>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6" name="直線矢印コネクタ 45">
                <a:extLst>
                  <a:ext uri="{FF2B5EF4-FFF2-40B4-BE49-F238E27FC236}">
                    <a16:creationId xmlns:a16="http://schemas.microsoft.com/office/drawing/2014/main" id="{35A9F99C-9C85-7E61-38BD-7980D564244F}"/>
                  </a:ext>
                </a:extLst>
              </p:cNvPr>
              <p:cNvCxnSpPr>
                <a:stCxn id="37" idx="2"/>
                <a:endCxn id="38" idx="0"/>
              </p:cNvCxnSpPr>
              <p:nvPr/>
            </p:nvCxnSpPr>
            <p:spPr bwMode="auto">
              <a:xfrm flipH="1">
                <a:off x="1351637" y="3955723"/>
                <a:ext cx="1" cy="226136"/>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7" name="直線矢印コネクタ 46">
                <a:extLst>
                  <a:ext uri="{FF2B5EF4-FFF2-40B4-BE49-F238E27FC236}">
                    <a16:creationId xmlns:a16="http://schemas.microsoft.com/office/drawing/2014/main" id="{23A71B3E-5C94-9145-8803-53A5DFB37E5A}"/>
                  </a:ext>
                </a:extLst>
              </p:cNvPr>
              <p:cNvCxnSpPr>
                <a:stCxn id="35" idx="2"/>
                <a:endCxn id="37" idx="0"/>
              </p:cNvCxnSpPr>
              <p:nvPr/>
            </p:nvCxnSpPr>
            <p:spPr bwMode="auto">
              <a:xfrm>
                <a:off x="1351637" y="3464327"/>
                <a:ext cx="1" cy="226136"/>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8" name="直線矢印コネクタ 47">
                <a:extLst>
                  <a:ext uri="{FF2B5EF4-FFF2-40B4-BE49-F238E27FC236}">
                    <a16:creationId xmlns:a16="http://schemas.microsoft.com/office/drawing/2014/main" id="{5817E443-050B-33F6-D6EB-F393F0F4EA38}"/>
                  </a:ext>
                </a:extLst>
              </p:cNvPr>
              <p:cNvCxnSpPr>
                <a:endCxn id="35" idx="0"/>
              </p:cNvCxnSpPr>
              <p:nvPr/>
            </p:nvCxnSpPr>
            <p:spPr bwMode="auto">
              <a:xfrm>
                <a:off x="1351637" y="2699022"/>
                <a:ext cx="0" cy="424256"/>
              </a:xfrm>
              <a:prstGeom prst="straightConnector1">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9" name="カギ線コネクタ 20">
                <a:extLst>
                  <a:ext uri="{FF2B5EF4-FFF2-40B4-BE49-F238E27FC236}">
                    <a16:creationId xmlns:a16="http://schemas.microsoft.com/office/drawing/2014/main" id="{63D02B3B-CF3B-7AA6-D640-48A8C05D2424}"/>
                  </a:ext>
                </a:extLst>
              </p:cNvPr>
              <p:cNvCxnSpPr>
                <a:stCxn id="40" idx="2"/>
                <a:endCxn id="50" idx="0"/>
              </p:cNvCxnSpPr>
              <p:nvPr/>
            </p:nvCxnSpPr>
            <p:spPr bwMode="auto">
              <a:xfrm flipH="1">
                <a:off x="1351638" y="2530347"/>
                <a:ext cx="591776" cy="3768303"/>
              </a:xfrm>
              <a:prstGeom prst="bentConnector4">
                <a:avLst>
                  <a:gd name="adj1" fmla="val -123834"/>
                  <a:gd name="adj2" fmla="val 96523"/>
                </a:avLst>
              </a:prstGeom>
              <a:solidFill>
                <a:schemeClr val="accent1"/>
              </a:solidFill>
              <a:ln w="19050" cap="flat" cmpd="sng" algn="ctr">
                <a:solidFill>
                  <a:schemeClr val="tx1"/>
                </a:solidFill>
                <a:prstDash val="solid"/>
                <a:round/>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0" name="フローチャート: 処理 49">
                <a:extLst>
                  <a:ext uri="{FF2B5EF4-FFF2-40B4-BE49-F238E27FC236}">
                    <a16:creationId xmlns:a16="http://schemas.microsoft.com/office/drawing/2014/main" id="{E4ABFB47-17ED-3D81-E669-8DCBBB76AF31}"/>
                  </a:ext>
                </a:extLst>
              </p:cNvPr>
              <p:cNvSpPr/>
              <p:nvPr/>
            </p:nvSpPr>
            <p:spPr bwMode="auto">
              <a:xfrm>
                <a:off x="465264" y="6298650"/>
                <a:ext cx="1772747" cy="265260"/>
              </a:xfrm>
              <a:prstGeom prst="flowChartProcess">
                <a:avLst/>
              </a:prstGeom>
              <a:solidFill>
                <a:srgbClr val="99CCFF"/>
              </a:solidFill>
              <a:ln w="15875">
                <a:solidFill>
                  <a:srgbClr val="99CCFF"/>
                </a:solidFill>
                <a:miter lim="800000"/>
                <a:headEnd/>
                <a:tailEnd/>
              </a:ln>
              <a:effectLst/>
            </p:spPr>
            <p:txBody>
              <a:bodyPr wrap="none" lIns="36576" tIns="22860" rIns="0" bIns="0" rtlCol="0" anchor="ctr" upright="1"/>
              <a:lstStyle/>
              <a:p>
                <a:pPr algn="ctr" rtl="0">
                  <a:lnSpc>
                    <a:spcPts val="1500"/>
                  </a:lnSpc>
                </a:pPr>
                <a:r>
                  <a:rPr kumimoji="1" lang="zh-CN" altLang="en-US" sz="100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rPr>
                  <a:t>下一个处理</a:t>
                </a:r>
                <a:endParaRPr kumimoji="1" lang="ja-JP" altLang="en-US" sz="1000" b="0" i="0" u="none" strike="noStrike" baseline="0" dirty="0">
                  <a:solidFill>
                    <a:srgbClr val="00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grpSp>
        <p:sp>
          <p:nvSpPr>
            <p:cNvPr id="16" name="テキスト ボックス 15">
              <a:extLst>
                <a:ext uri="{FF2B5EF4-FFF2-40B4-BE49-F238E27FC236}">
                  <a16:creationId xmlns:a16="http://schemas.microsoft.com/office/drawing/2014/main" id="{0B0D3523-7E6E-96C9-E7E6-9EC30B9C1BF9}"/>
                </a:ext>
              </a:extLst>
            </p:cNvPr>
            <p:cNvSpPr txBox="1"/>
            <p:nvPr/>
          </p:nvSpPr>
          <p:spPr>
            <a:xfrm>
              <a:off x="2482578" y="1622564"/>
              <a:ext cx="544657" cy="303059"/>
            </a:xfrm>
            <a:prstGeom prst="rect">
              <a:avLst/>
            </a:prstGeom>
            <a:noFill/>
          </p:spPr>
          <p:txBody>
            <a:bodyPr wrap="square" rtlCol="0">
              <a:spAutoFit/>
            </a:bodyPr>
            <a:lstStyle/>
            <a:p>
              <a:r>
                <a:rPr kumimoji="1" lang="en-US" altLang="ja-JP" sz="1000" dirty="0">
                  <a:latin typeface="Microsoft YaHei" panose="020B0503020204020204" pitchFamily="34" charset="-122"/>
                  <a:ea typeface="Microsoft YaHei" panose="020B0503020204020204" pitchFamily="34" charset="-122"/>
                </a:rPr>
                <a:t>No</a:t>
              </a:r>
              <a:endParaRPr kumimoji="1" lang="ja-JP" altLang="en-US" sz="1000" dirty="0">
                <a:latin typeface="Microsoft YaHei" panose="020B0503020204020204" pitchFamily="34" charset="-122"/>
                <a:ea typeface="Microsoft YaHei" panose="020B0503020204020204" pitchFamily="34" charset="-122"/>
              </a:endParaRPr>
            </a:p>
          </p:txBody>
        </p:sp>
        <p:sp>
          <p:nvSpPr>
            <p:cNvPr id="17" name="テキスト ボックス 16">
              <a:extLst>
                <a:ext uri="{FF2B5EF4-FFF2-40B4-BE49-F238E27FC236}">
                  <a16:creationId xmlns:a16="http://schemas.microsoft.com/office/drawing/2014/main" id="{B250D88E-29EA-3CF7-E1D1-3D21DBAD5E35}"/>
                </a:ext>
              </a:extLst>
            </p:cNvPr>
            <p:cNvSpPr txBox="1"/>
            <p:nvPr/>
          </p:nvSpPr>
          <p:spPr>
            <a:xfrm>
              <a:off x="1838809" y="1752825"/>
              <a:ext cx="627048" cy="303059"/>
            </a:xfrm>
            <a:prstGeom prst="rect">
              <a:avLst/>
            </a:prstGeom>
            <a:noFill/>
          </p:spPr>
          <p:txBody>
            <a:bodyPr wrap="square" rtlCol="0">
              <a:spAutoFit/>
            </a:bodyPr>
            <a:lstStyle/>
            <a:p>
              <a:r>
                <a:rPr kumimoji="1" lang="en-US" altLang="ja-JP" sz="1000" dirty="0">
                  <a:latin typeface="Microsoft YaHei" panose="020B0503020204020204" pitchFamily="34" charset="-122"/>
                  <a:ea typeface="Microsoft YaHei" panose="020B0503020204020204" pitchFamily="34" charset="-122"/>
                </a:rPr>
                <a:t>Yes</a:t>
              </a:r>
              <a:endParaRPr kumimoji="1" lang="ja-JP" altLang="en-US" sz="1000" dirty="0">
                <a:latin typeface="Microsoft YaHei" panose="020B0503020204020204" pitchFamily="34" charset="-122"/>
                <a:ea typeface="Microsoft YaHei" panose="020B0503020204020204" pitchFamily="34" charset="-122"/>
              </a:endParaRPr>
            </a:p>
          </p:txBody>
        </p:sp>
        <p:sp>
          <p:nvSpPr>
            <p:cNvPr id="18" name="テキスト ボックス 17">
              <a:extLst>
                <a:ext uri="{FF2B5EF4-FFF2-40B4-BE49-F238E27FC236}">
                  <a16:creationId xmlns:a16="http://schemas.microsoft.com/office/drawing/2014/main" id="{DC2F96AB-265B-2435-67EF-735F0756EE2F}"/>
                </a:ext>
              </a:extLst>
            </p:cNvPr>
            <p:cNvSpPr txBox="1"/>
            <p:nvPr/>
          </p:nvSpPr>
          <p:spPr>
            <a:xfrm>
              <a:off x="1838809" y="2682107"/>
              <a:ext cx="706445" cy="303059"/>
            </a:xfrm>
            <a:prstGeom prst="rect">
              <a:avLst/>
            </a:prstGeom>
            <a:noFill/>
          </p:spPr>
          <p:txBody>
            <a:bodyPr wrap="square" rtlCol="0">
              <a:spAutoFit/>
            </a:bodyPr>
            <a:lstStyle/>
            <a:p>
              <a:r>
                <a:rPr kumimoji="1" lang="en-US" altLang="ja-JP" sz="1000" dirty="0">
                  <a:latin typeface="Microsoft YaHei" panose="020B0503020204020204" pitchFamily="34" charset="-122"/>
                  <a:ea typeface="Microsoft YaHei" panose="020B0503020204020204" pitchFamily="34" charset="-122"/>
                </a:rPr>
                <a:t>Yes</a:t>
              </a:r>
              <a:endParaRPr kumimoji="1" lang="ja-JP" altLang="en-US" sz="1000" dirty="0">
                <a:latin typeface="Microsoft YaHei" panose="020B0503020204020204" pitchFamily="34" charset="-122"/>
                <a:ea typeface="Microsoft YaHei" panose="020B0503020204020204" pitchFamily="34" charset="-122"/>
              </a:endParaRPr>
            </a:p>
          </p:txBody>
        </p:sp>
        <p:sp>
          <p:nvSpPr>
            <p:cNvPr id="19" name="テキスト ボックス 18">
              <a:extLst>
                <a:ext uri="{FF2B5EF4-FFF2-40B4-BE49-F238E27FC236}">
                  <a16:creationId xmlns:a16="http://schemas.microsoft.com/office/drawing/2014/main" id="{47EC7E7D-E5D8-7EF0-CA6C-E2C8F9F9AC01}"/>
                </a:ext>
              </a:extLst>
            </p:cNvPr>
            <p:cNvSpPr txBox="1"/>
            <p:nvPr/>
          </p:nvSpPr>
          <p:spPr>
            <a:xfrm>
              <a:off x="2482578" y="2565805"/>
              <a:ext cx="561398" cy="303059"/>
            </a:xfrm>
            <a:prstGeom prst="rect">
              <a:avLst/>
            </a:prstGeom>
            <a:noFill/>
          </p:spPr>
          <p:txBody>
            <a:bodyPr wrap="square" rtlCol="0">
              <a:spAutoFit/>
            </a:bodyPr>
            <a:lstStyle/>
            <a:p>
              <a:r>
                <a:rPr kumimoji="1" lang="en-US" altLang="ja-JP" sz="1000" dirty="0">
                  <a:latin typeface="Microsoft YaHei" panose="020B0503020204020204" pitchFamily="34" charset="-122"/>
                  <a:ea typeface="Microsoft YaHei" panose="020B0503020204020204" pitchFamily="34" charset="-122"/>
                </a:rPr>
                <a:t>No</a:t>
              </a:r>
              <a:endParaRPr kumimoji="1" lang="ja-JP" altLang="en-US" sz="1000" dirty="0">
                <a:latin typeface="Microsoft YaHei" panose="020B0503020204020204" pitchFamily="34" charset="-122"/>
                <a:ea typeface="Microsoft YaHei" panose="020B0503020204020204" pitchFamily="34" charset="-122"/>
              </a:endParaRPr>
            </a:p>
          </p:txBody>
        </p:sp>
        <p:sp>
          <p:nvSpPr>
            <p:cNvPr id="20" name="フリーフォーム 27">
              <a:extLst>
                <a:ext uri="{FF2B5EF4-FFF2-40B4-BE49-F238E27FC236}">
                  <a16:creationId xmlns:a16="http://schemas.microsoft.com/office/drawing/2014/main" id="{A0434E05-269A-8F06-44F3-C5A18A10A2F9}"/>
                </a:ext>
              </a:extLst>
            </p:cNvPr>
            <p:cNvSpPr/>
            <p:nvPr/>
          </p:nvSpPr>
          <p:spPr>
            <a:xfrm>
              <a:off x="534392" y="886267"/>
              <a:ext cx="2789853" cy="3545632"/>
            </a:xfrm>
            <a:custGeom>
              <a:avLst/>
              <a:gdLst>
                <a:gd name="connsiteX0" fmla="*/ 1362269 w 2789853"/>
                <a:gd name="connsiteY0" fmla="*/ 233265 h 3545632"/>
                <a:gd name="connsiteX1" fmla="*/ 1362269 w 2789853"/>
                <a:gd name="connsiteY1" fmla="*/ 2873828 h 3545632"/>
                <a:gd name="connsiteX2" fmla="*/ 1268963 w 2789853"/>
                <a:gd name="connsiteY2" fmla="*/ 2883159 h 3545632"/>
                <a:gd name="connsiteX3" fmla="*/ 0 w 2789853"/>
                <a:gd name="connsiteY3" fmla="*/ 2883159 h 3545632"/>
                <a:gd name="connsiteX4" fmla="*/ 0 w 2789853"/>
                <a:gd name="connsiteY4" fmla="*/ 0 h 3545632"/>
                <a:gd name="connsiteX5" fmla="*/ 2789853 w 2789853"/>
                <a:gd name="connsiteY5" fmla="*/ 0 h 3545632"/>
                <a:gd name="connsiteX6" fmla="*/ 2789853 w 2789853"/>
                <a:gd name="connsiteY6" fmla="*/ 3303036 h 3545632"/>
                <a:gd name="connsiteX7" fmla="*/ 1343608 w 2789853"/>
                <a:gd name="connsiteY7" fmla="*/ 3303036 h 3545632"/>
                <a:gd name="connsiteX8" fmla="*/ 1343608 w 2789853"/>
                <a:gd name="connsiteY8" fmla="*/ 3545632 h 35456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89853" h="3545632">
                  <a:moveTo>
                    <a:pt x="1362269" y="233265"/>
                  </a:moveTo>
                  <a:lnTo>
                    <a:pt x="1362269" y="2873828"/>
                  </a:lnTo>
                  <a:cubicBezTo>
                    <a:pt x="1275203" y="2883502"/>
                    <a:pt x="1306458" y="2883159"/>
                    <a:pt x="1268963" y="2883159"/>
                  </a:cubicBezTo>
                  <a:lnTo>
                    <a:pt x="0" y="2883159"/>
                  </a:lnTo>
                  <a:lnTo>
                    <a:pt x="0" y="0"/>
                  </a:lnTo>
                  <a:lnTo>
                    <a:pt x="2789853" y="0"/>
                  </a:lnTo>
                  <a:lnTo>
                    <a:pt x="2789853" y="3303036"/>
                  </a:lnTo>
                  <a:lnTo>
                    <a:pt x="1343608" y="3303036"/>
                  </a:lnTo>
                  <a:lnTo>
                    <a:pt x="1343608" y="3545632"/>
                  </a:lnTo>
                </a:path>
              </a:pathLst>
            </a:custGeom>
            <a:ln>
              <a:solidFill>
                <a:schemeClr val="accent6">
                  <a:lumMod val="40000"/>
                  <a:lumOff val="60000"/>
                </a:schemeClr>
              </a:solidFill>
              <a:tailEnd type="arrow"/>
            </a:ln>
          </p:spPr>
          <p:style>
            <a:lnRef idx="2">
              <a:schemeClr val="accent3"/>
            </a:lnRef>
            <a:fillRef idx="0">
              <a:schemeClr val="accent3"/>
            </a:fillRef>
            <a:effectRef idx="1">
              <a:schemeClr val="accent3"/>
            </a:effectRef>
            <a:fontRef idx="minor">
              <a:schemeClr val="tx1"/>
            </a:fontRef>
          </p:style>
          <p:txBody>
            <a:bodyPr rtlCol="0" anchor="ctr"/>
            <a:lstStyle/>
            <a:p>
              <a:pPr algn="ctr"/>
              <a:endParaRPr kumimoji="1" lang="ja-JP" altLang="en-US" sz="1000" dirty="0">
                <a:latin typeface="Microsoft YaHei" panose="020B0503020204020204" pitchFamily="34" charset="-122"/>
                <a:ea typeface="Microsoft YaHei" panose="020B0503020204020204" pitchFamily="34" charset="-122"/>
              </a:endParaRPr>
            </a:p>
          </p:txBody>
        </p:sp>
        <p:sp>
          <p:nvSpPr>
            <p:cNvPr id="21" name="フリーフォーム 28">
              <a:extLst>
                <a:ext uri="{FF2B5EF4-FFF2-40B4-BE49-F238E27FC236}">
                  <a16:creationId xmlns:a16="http://schemas.microsoft.com/office/drawing/2014/main" id="{684B354E-A060-8812-617E-EFD130EB0933}"/>
                </a:ext>
              </a:extLst>
            </p:cNvPr>
            <p:cNvSpPr/>
            <p:nvPr/>
          </p:nvSpPr>
          <p:spPr>
            <a:xfrm>
              <a:off x="1919178" y="2565804"/>
              <a:ext cx="1045028" cy="814582"/>
            </a:xfrm>
            <a:custGeom>
              <a:avLst/>
              <a:gdLst>
                <a:gd name="connsiteX0" fmla="*/ 699796 w 1045028"/>
                <a:gd name="connsiteY0" fmla="*/ 0 h 867747"/>
                <a:gd name="connsiteX1" fmla="*/ 1045028 w 1045028"/>
                <a:gd name="connsiteY1" fmla="*/ 0 h 867747"/>
                <a:gd name="connsiteX2" fmla="*/ 1045028 w 1045028"/>
                <a:gd name="connsiteY2" fmla="*/ 867747 h 867747"/>
                <a:gd name="connsiteX3" fmla="*/ 0 w 1045028"/>
                <a:gd name="connsiteY3" fmla="*/ 867747 h 867747"/>
              </a:gdLst>
              <a:ahLst/>
              <a:cxnLst>
                <a:cxn ang="0">
                  <a:pos x="connsiteX0" y="connsiteY0"/>
                </a:cxn>
                <a:cxn ang="0">
                  <a:pos x="connsiteX1" y="connsiteY1"/>
                </a:cxn>
                <a:cxn ang="0">
                  <a:pos x="connsiteX2" y="connsiteY2"/>
                </a:cxn>
                <a:cxn ang="0">
                  <a:pos x="connsiteX3" y="connsiteY3"/>
                </a:cxn>
              </a:cxnLst>
              <a:rect l="l" t="t" r="r" b="b"/>
              <a:pathLst>
                <a:path w="1045028" h="867747">
                  <a:moveTo>
                    <a:pt x="699796" y="0"/>
                  </a:moveTo>
                  <a:lnTo>
                    <a:pt x="1045028" y="0"/>
                  </a:lnTo>
                  <a:lnTo>
                    <a:pt x="1045028" y="867747"/>
                  </a:lnTo>
                  <a:lnTo>
                    <a:pt x="0" y="867747"/>
                  </a:lnTo>
                </a:path>
              </a:pathLst>
            </a:custGeom>
            <a:ln>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kumimoji="1" lang="ja-JP" altLang="en-US" sz="1000">
                <a:latin typeface="Microsoft YaHei" panose="020B0503020204020204" pitchFamily="34" charset="-122"/>
                <a:ea typeface="Microsoft YaHei" panose="020B0503020204020204" pitchFamily="34" charset="-122"/>
              </a:endParaRPr>
            </a:p>
          </p:txBody>
        </p:sp>
        <p:sp>
          <p:nvSpPr>
            <p:cNvPr id="22" name="テキスト ボックス 21">
              <a:extLst>
                <a:ext uri="{FF2B5EF4-FFF2-40B4-BE49-F238E27FC236}">
                  <a16:creationId xmlns:a16="http://schemas.microsoft.com/office/drawing/2014/main" id="{107142CF-119F-5F8F-1A91-060F6408AC91}"/>
                </a:ext>
              </a:extLst>
            </p:cNvPr>
            <p:cNvSpPr txBox="1"/>
            <p:nvPr/>
          </p:nvSpPr>
          <p:spPr>
            <a:xfrm>
              <a:off x="875973" y="1288505"/>
              <a:ext cx="929992" cy="303059"/>
            </a:xfrm>
            <a:prstGeom prst="rect">
              <a:avLst/>
            </a:prstGeom>
            <a:noFill/>
          </p:spPr>
          <p:txBody>
            <a:bodyPr wrap="square" rtlCol="0">
              <a:spAutoFit/>
            </a:bodyPr>
            <a:lstStyle/>
            <a:p>
              <a:r>
                <a:rPr kumimoji="1" lang="en-US" altLang="ja-JP" sz="1000" b="1" dirty="0">
                  <a:solidFill>
                    <a:srgbClr val="FF0000"/>
                  </a:solidFill>
                  <a:latin typeface="Microsoft YaHei" panose="020B0503020204020204" pitchFamily="34" charset="-122"/>
                  <a:ea typeface="Microsoft YaHei" panose="020B0503020204020204" pitchFamily="34" charset="-122"/>
                  <a:cs typeface="Meiryo UI" panose="020B0604030504040204" pitchFamily="50" charset="-128"/>
                </a:rPr>
                <a:t>IF1</a:t>
              </a:r>
              <a:endParaRPr kumimoji="1" lang="ja-JP" altLang="en-US" sz="1000" b="1" dirty="0">
                <a:solidFill>
                  <a:srgbClr val="FF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23" name="テキスト ボックス 22">
              <a:extLst>
                <a:ext uri="{FF2B5EF4-FFF2-40B4-BE49-F238E27FC236}">
                  <a16:creationId xmlns:a16="http://schemas.microsoft.com/office/drawing/2014/main" id="{60EA018E-54C6-8B0B-9E39-2C993ACDC2CF}"/>
                </a:ext>
              </a:extLst>
            </p:cNvPr>
            <p:cNvSpPr txBox="1"/>
            <p:nvPr/>
          </p:nvSpPr>
          <p:spPr>
            <a:xfrm>
              <a:off x="1452037" y="1093967"/>
              <a:ext cx="411856" cy="303059"/>
            </a:xfrm>
            <a:prstGeom prst="rect">
              <a:avLst/>
            </a:prstGeom>
            <a:noFill/>
          </p:spPr>
          <p:txBody>
            <a:bodyPr wrap="square" rtlCol="0">
              <a:spAutoFit/>
            </a:bodyPr>
            <a:lstStyle/>
            <a:p>
              <a:r>
                <a:rPr lang="ja-JP" altLang="en-US" sz="1000" dirty="0">
                  <a:latin typeface="Microsoft YaHei" panose="020B0503020204020204" pitchFamily="34" charset="-122"/>
                  <a:ea typeface="Microsoft YaHei" panose="020B0503020204020204" pitchFamily="34" charset="-122"/>
                  <a:cs typeface="Meiryo UI" panose="020B0604030504040204" pitchFamily="50" charset="-128"/>
                </a:rPr>
                <a:t>①</a:t>
              </a:r>
              <a:endParaRPr lang="en-US" altLang="ja-JP" sz="1000" dirty="0">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24" name="テキスト ボックス 23">
              <a:extLst>
                <a:ext uri="{FF2B5EF4-FFF2-40B4-BE49-F238E27FC236}">
                  <a16:creationId xmlns:a16="http://schemas.microsoft.com/office/drawing/2014/main" id="{9D95170F-1A5A-CA5B-B5E2-FD8A3311C1B3}"/>
                </a:ext>
              </a:extLst>
            </p:cNvPr>
            <p:cNvSpPr txBox="1"/>
            <p:nvPr/>
          </p:nvSpPr>
          <p:spPr>
            <a:xfrm>
              <a:off x="2912389" y="1309991"/>
              <a:ext cx="411856" cy="303059"/>
            </a:xfrm>
            <a:prstGeom prst="rect">
              <a:avLst/>
            </a:prstGeom>
            <a:noFill/>
          </p:spPr>
          <p:txBody>
            <a:bodyPr wrap="square" rtlCol="0">
              <a:spAutoFit/>
            </a:bodyPr>
            <a:lstStyle/>
            <a:p>
              <a:r>
                <a:rPr lang="ja-JP" altLang="en-US" sz="1000" dirty="0">
                  <a:latin typeface="Microsoft YaHei" panose="020B0503020204020204" pitchFamily="34" charset="-122"/>
                  <a:ea typeface="Microsoft YaHei" panose="020B0503020204020204" pitchFamily="34" charset="-122"/>
                  <a:cs typeface="Meiryo UI" panose="020B0604030504040204" pitchFamily="50" charset="-128"/>
                </a:rPr>
                <a:t>③</a:t>
              </a:r>
              <a:endParaRPr lang="en-US" altLang="ja-JP" sz="1000" dirty="0">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25" name="テキスト ボックス 24">
              <a:extLst>
                <a:ext uri="{FF2B5EF4-FFF2-40B4-BE49-F238E27FC236}">
                  <a16:creationId xmlns:a16="http://schemas.microsoft.com/office/drawing/2014/main" id="{E8120627-5144-B033-DC8B-B4DE067BFB23}"/>
                </a:ext>
              </a:extLst>
            </p:cNvPr>
            <p:cNvSpPr txBox="1"/>
            <p:nvPr/>
          </p:nvSpPr>
          <p:spPr>
            <a:xfrm>
              <a:off x="2768373" y="2215317"/>
              <a:ext cx="411856" cy="303059"/>
            </a:xfrm>
            <a:prstGeom prst="rect">
              <a:avLst/>
            </a:prstGeom>
            <a:noFill/>
          </p:spPr>
          <p:txBody>
            <a:bodyPr wrap="square" rtlCol="0">
              <a:spAutoFit/>
            </a:bodyPr>
            <a:lstStyle/>
            <a:p>
              <a:r>
                <a:rPr lang="ja-JP" altLang="en-US" sz="1000" dirty="0">
                  <a:latin typeface="Microsoft YaHei" panose="020B0503020204020204" pitchFamily="34" charset="-122"/>
                  <a:ea typeface="Microsoft YaHei" panose="020B0503020204020204" pitchFamily="34" charset="-122"/>
                  <a:cs typeface="Meiryo UI" panose="020B0604030504040204" pitchFamily="50" charset="-128"/>
                </a:rPr>
                <a:t>②</a:t>
              </a:r>
              <a:endParaRPr lang="en-US" altLang="ja-JP" sz="1000" dirty="0">
                <a:latin typeface="Microsoft YaHei" panose="020B0503020204020204" pitchFamily="34" charset="-122"/>
                <a:ea typeface="Microsoft YaHei" panose="020B0503020204020204" pitchFamily="34" charset="-122"/>
                <a:cs typeface="Meiryo UI" panose="020B0604030504040204" pitchFamily="50" charset="-128"/>
              </a:endParaRPr>
            </a:p>
          </p:txBody>
        </p:sp>
        <p:sp>
          <p:nvSpPr>
            <p:cNvPr id="26" name="フリーフォーム 35">
              <a:extLst>
                <a:ext uri="{FF2B5EF4-FFF2-40B4-BE49-F238E27FC236}">
                  <a16:creationId xmlns:a16="http://schemas.microsoft.com/office/drawing/2014/main" id="{34A97CF3-6055-F876-9154-EE9473E80E73}"/>
                </a:ext>
              </a:extLst>
            </p:cNvPr>
            <p:cNvSpPr/>
            <p:nvPr/>
          </p:nvSpPr>
          <p:spPr>
            <a:xfrm>
              <a:off x="1932294" y="1644489"/>
              <a:ext cx="1194318" cy="1838130"/>
            </a:xfrm>
            <a:custGeom>
              <a:avLst/>
              <a:gdLst>
                <a:gd name="connsiteX0" fmla="*/ 783771 w 1194318"/>
                <a:gd name="connsiteY0" fmla="*/ 0 h 1838130"/>
                <a:gd name="connsiteX1" fmla="*/ 1194318 w 1194318"/>
                <a:gd name="connsiteY1" fmla="*/ 0 h 1838130"/>
                <a:gd name="connsiteX2" fmla="*/ 1194318 w 1194318"/>
                <a:gd name="connsiteY2" fmla="*/ 1838130 h 1838130"/>
                <a:gd name="connsiteX3" fmla="*/ 0 w 1194318"/>
                <a:gd name="connsiteY3" fmla="*/ 1838130 h 1838130"/>
              </a:gdLst>
              <a:ahLst/>
              <a:cxnLst>
                <a:cxn ang="0">
                  <a:pos x="connsiteX0" y="connsiteY0"/>
                </a:cxn>
                <a:cxn ang="0">
                  <a:pos x="connsiteX1" y="connsiteY1"/>
                </a:cxn>
                <a:cxn ang="0">
                  <a:pos x="connsiteX2" y="connsiteY2"/>
                </a:cxn>
                <a:cxn ang="0">
                  <a:pos x="connsiteX3" y="connsiteY3"/>
                </a:cxn>
              </a:cxnLst>
              <a:rect l="l" t="t" r="r" b="b"/>
              <a:pathLst>
                <a:path w="1194318" h="1838130">
                  <a:moveTo>
                    <a:pt x="783771" y="0"/>
                  </a:moveTo>
                  <a:lnTo>
                    <a:pt x="1194318" y="0"/>
                  </a:lnTo>
                  <a:lnTo>
                    <a:pt x="1194318" y="1838130"/>
                  </a:lnTo>
                  <a:lnTo>
                    <a:pt x="0" y="1838130"/>
                  </a:lnTo>
                </a:path>
              </a:pathLst>
            </a:custGeom>
            <a:ln>
              <a:tailEnd type="arrow"/>
            </a:ln>
          </p:spPr>
          <p:style>
            <a:lnRef idx="2">
              <a:schemeClr val="accent2"/>
            </a:lnRef>
            <a:fillRef idx="0">
              <a:schemeClr val="accent2"/>
            </a:fillRef>
            <a:effectRef idx="1">
              <a:schemeClr val="accent2"/>
            </a:effectRef>
            <a:fontRef idx="minor">
              <a:schemeClr val="tx1"/>
            </a:fontRef>
          </p:style>
          <p:txBody>
            <a:bodyPr rtlCol="0" anchor="ctr"/>
            <a:lstStyle/>
            <a:p>
              <a:pPr algn="ctr"/>
              <a:endParaRPr kumimoji="1" lang="ja-JP" altLang="en-US" sz="1000">
                <a:latin typeface="Microsoft YaHei" panose="020B0503020204020204" pitchFamily="34" charset="-122"/>
                <a:ea typeface="Microsoft YaHei" panose="020B0503020204020204" pitchFamily="34" charset="-122"/>
              </a:endParaRPr>
            </a:p>
          </p:txBody>
        </p:sp>
        <p:sp>
          <p:nvSpPr>
            <p:cNvPr id="28" name="テキスト ボックス 27">
              <a:extLst>
                <a:ext uri="{FF2B5EF4-FFF2-40B4-BE49-F238E27FC236}">
                  <a16:creationId xmlns:a16="http://schemas.microsoft.com/office/drawing/2014/main" id="{3FA15C20-0329-5D62-BA12-18746334794B}"/>
                </a:ext>
              </a:extLst>
            </p:cNvPr>
            <p:cNvSpPr txBox="1"/>
            <p:nvPr/>
          </p:nvSpPr>
          <p:spPr>
            <a:xfrm>
              <a:off x="869788" y="2237631"/>
              <a:ext cx="602899" cy="303059"/>
            </a:xfrm>
            <a:prstGeom prst="rect">
              <a:avLst/>
            </a:prstGeom>
            <a:noFill/>
          </p:spPr>
          <p:txBody>
            <a:bodyPr wrap="square" rtlCol="0">
              <a:spAutoFit/>
            </a:bodyPr>
            <a:lstStyle/>
            <a:p>
              <a:r>
                <a:rPr kumimoji="1" lang="en-US" altLang="ja-JP" sz="1000" b="1" dirty="0">
                  <a:solidFill>
                    <a:srgbClr val="FF0000"/>
                  </a:solidFill>
                  <a:latin typeface="Microsoft YaHei" panose="020B0503020204020204" pitchFamily="34" charset="-122"/>
                  <a:ea typeface="Microsoft YaHei" panose="020B0503020204020204" pitchFamily="34" charset="-122"/>
                  <a:cs typeface="Meiryo UI" panose="020B0604030504040204" pitchFamily="50" charset="-128"/>
                </a:rPr>
                <a:t>IF2</a:t>
              </a:r>
              <a:endParaRPr kumimoji="1" lang="ja-JP" altLang="en-US" sz="1000" b="1" dirty="0">
                <a:solidFill>
                  <a:srgbClr val="FF0000"/>
                </a:solidFill>
                <a:latin typeface="Microsoft YaHei" panose="020B0503020204020204" pitchFamily="34" charset="-122"/>
                <a:ea typeface="Microsoft YaHei" panose="020B0503020204020204" pitchFamily="34" charset="-122"/>
                <a:cs typeface="Meiryo UI" panose="020B0604030504040204" pitchFamily="50" charset="-128"/>
              </a:endParaRPr>
            </a:p>
          </p:txBody>
        </p:sp>
      </p:grpSp>
      <p:sp>
        <p:nvSpPr>
          <p:cNvPr id="51" name="正方形/長方形 50">
            <a:extLst>
              <a:ext uri="{FF2B5EF4-FFF2-40B4-BE49-F238E27FC236}">
                <a16:creationId xmlns:a16="http://schemas.microsoft.com/office/drawing/2014/main" id="{8106C207-BD1A-51E9-FE8C-5795E801DCDD}"/>
              </a:ext>
            </a:extLst>
          </p:cNvPr>
          <p:cNvSpPr/>
          <p:nvPr/>
        </p:nvSpPr>
        <p:spPr>
          <a:xfrm>
            <a:off x="629308" y="4458824"/>
            <a:ext cx="1008030"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一致性确认例子</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grpSp>
        <p:nvGrpSpPr>
          <p:cNvPr id="6" name="グループ化 5">
            <a:extLst>
              <a:ext uri="{FF2B5EF4-FFF2-40B4-BE49-F238E27FC236}">
                <a16:creationId xmlns:a16="http://schemas.microsoft.com/office/drawing/2014/main" id="{03EBE222-8025-6E60-89F6-D0EADF082C7C}"/>
              </a:ext>
            </a:extLst>
          </p:cNvPr>
          <p:cNvGrpSpPr/>
          <p:nvPr/>
        </p:nvGrpSpPr>
        <p:grpSpPr>
          <a:xfrm>
            <a:off x="2548487" y="1609473"/>
            <a:ext cx="2645106" cy="2341800"/>
            <a:chOff x="1526887" y="1165588"/>
            <a:chExt cx="6462153" cy="3622315"/>
          </a:xfrm>
        </p:grpSpPr>
        <p:grpSp>
          <p:nvGrpSpPr>
            <p:cNvPr id="7" name="グループ化 6">
              <a:extLst>
                <a:ext uri="{FF2B5EF4-FFF2-40B4-BE49-F238E27FC236}">
                  <a16:creationId xmlns:a16="http://schemas.microsoft.com/office/drawing/2014/main" id="{85FAEE91-E092-8BF6-1A10-AC54C6DFF4C0}"/>
                </a:ext>
              </a:extLst>
            </p:cNvPr>
            <p:cNvGrpSpPr/>
            <p:nvPr/>
          </p:nvGrpSpPr>
          <p:grpSpPr>
            <a:xfrm>
              <a:off x="1526887" y="1165588"/>
              <a:ext cx="6462153" cy="3622315"/>
              <a:chOff x="1526887" y="1165588"/>
              <a:chExt cx="6462153" cy="3622315"/>
            </a:xfrm>
          </p:grpSpPr>
          <p:grpSp>
            <p:nvGrpSpPr>
              <p:cNvPr id="9" name="グループ化 8">
                <a:extLst>
                  <a:ext uri="{FF2B5EF4-FFF2-40B4-BE49-F238E27FC236}">
                    <a16:creationId xmlns:a16="http://schemas.microsoft.com/office/drawing/2014/main" id="{AE24B98C-F5B1-43E5-AB6D-3F9ABEFDC091}"/>
                  </a:ext>
                </a:extLst>
              </p:cNvPr>
              <p:cNvGrpSpPr/>
              <p:nvPr/>
            </p:nvGrpSpPr>
            <p:grpSpPr>
              <a:xfrm>
                <a:off x="1526887" y="1165588"/>
                <a:ext cx="6462153" cy="3622315"/>
                <a:chOff x="541338" y="1556792"/>
                <a:chExt cx="8134350" cy="4679950"/>
              </a:xfrm>
            </p:grpSpPr>
            <p:sp>
              <p:nvSpPr>
                <p:cNvPr id="12" name="AutoShape 2">
                  <a:extLst>
                    <a:ext uri="{FF2B5EF4-FFF2-40B4-BE49-F238E27FC236}">
                      <a16:creationId xmlns:a16="http://schemas.microsoft.com/office/drawing/2014/main" id="{CEA250FB-C638-4BDC-7576-F944A510B73A}"/>
                    </a:ext>
                  </a:extLst>
                </p:cNvPr>
                <p:cNvSpPr>
                  <a:spLocks noChangeArrowheads="1"/>
                </p:cNvSpPr>
                <p:nvPr/>
              </p:nvSpPr>
              <p:spPr bwMode="gray">
                <a:xfrm>
                  <a:off x="4140200" y="1556792"/>
                  <a:ext cx="4535488" cy="4679950"/>
                </a:xfrm>
                <a:prstGeom prst="parallelogram">
                  <a:avLst>
                    <a:gd name="adj" fmla="val 70500"/>
                  </a:avLst>
                </a:prstGeom>
                <a:solidFill>
                  <a:srgbClr val="00E7E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endParaRPr lang="ja-JP" altLang="en-US" sz="800" dirty="0">
                    <a:latin typeface="Microsoft YaHei" panose="020B0503020204020204" pitchFamily="34" charset="-122"/>
                    <a:ea typeface="Microsoft YaHei" panose="020B0503020204020204" pitchFamily="34" charset="-122"/>
                  </a:endParaRPr>
                </a:p>
              </p:txBody>
            </p:sp>
            <p:sp>
              <p:nvSpPr>
                <p:cNvPr id="13" name="AutoShape 3">
                  <a:extLst>
                    <a:ext uri="{FF2B5EF4-FFF2-40B4-BE49-F238E27FC236}">
                      <a16:creationId xmlns:a16="http://schemas.microsoft.com/office/drawing/2014/main" id="{3AFD4A37-9EDD-AB9E-A82A-D826103ABB92}"/>
                    </a:ext>
                  </a:extLst>
                </p:cNvPr>
                <p:cNvSpPr>
                  <a:spLocks noChangeArrowheads="1"/>
                </p:cNvSpPr>
                <p:nvPr/>
              </p:nvSpPr>
              <p:spPr bwMode="gray">
                <a:xfrm flipH="1">
                  <a:off x="541338" y="1556792"/>
                  <a:ext cx="4535488" cy="4679950"/>
                </a:xfrm>
                <a:prstGeom prst="parallelogram">
                  <a:avLst>
                    <a:gd name="adj" fmla="val 70500"/>
                  </a:avLst>
                </a:prstGeom>
                <a:solidFill>
                  <a:srgbClr val="00E7EF"/>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endParaRPr lang="ja-JP" altLang="en-US" sz="800" dirty="0">
                    <a:latin typeface="Microsoft YaHei" panose="020B0503020204020204" pitchFamily="34" charset="-122"/>
                    <a:ea typeface="Microsoft YaHei" panose="020B0503020204020204" pitchFamily="34" charset="-122"/>
                  </a:endParaRPr>
                </a:p>
              </p:txBody>
            </p:sp>
            <p:sp>
              <p:nvSpPr>
                <p:cNvPr id="27" name="Rectangle 7">
                  <a:extLst>
                    <a:ext uri="{FF2B5EF4-FFF2-40B4-BE49-F238E27FC236}">
                      <a16:creationId xmlns:a16="http://schemas.microsoft.com/office/drawing/2014/main" id="{CB689DD2-CEB3-26FF-9AC5-D63E8432DA49}"/>
                    </a:ext>
                  </a:extLst>
                </p:cNvPr>
                <p:cNvSpPr>
                  <a:spLocks noChangeArrowheads="1"/>
                </p:cNvSpPr>
                <p:nvPr/>
              </p:nvSpPr>
              <p:spPr bwMode="gray">
                <a:xfrm>
                  <a:off x="7321186" y="1728057"/>
                  <a:ext cx="670726" cy="623241"/>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验收</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测试</a:t>
                  </a:r>
                  <a:endParaRPr lang="ja-JP" altLang="en-US" sz="800" dirty="0">
                    <a:latin typeface="Microsoft YaHei" panose="020B0503020204020204" pitchFamily="34" charset="-122"/>
                    <a:ea typeface="Microsoft YaHei" panose="020B0503020204020204" pitchFamily="34" charset="-122"/>
                  </a:endParaRPr>
                </a:p>
              </p:txBody>
            </p:sp>
            <p:sp>
              <p:nvSpPr>
                <p:cNvPr id="29" name="Rectangle 12">
                  <a:extLst>
                    <a:ext uri="{FF2B5EF4-FFF2-40B4-BE49-F238E27FC236}">
                      <a16:creationId xmlns:a16="http://schemas.microsoft.com/office/drawing/2014/main" id="{F07EE888-31CB-0D74-D19B-9CF0F36802D2}"/>
                    </a:ext>
                  </a:extLst>
                </p:cNvPr>
                <p:cNvSpPr>
                  <a:spLocks noChangeArrowheads="1"/>
                </p:cNvSpPr>
                <p:nvPr/>
              </p:nvSpPr>
              <p:spPr bwMode="gray">
                <a:xfrm>
                  <a:off x="3269434" y="4837960"/>
                  <a:ext cx="634922" cy="551855"/>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详细</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设计</a:t>
                  </a:r>
                  <a:endParaRPr lang="ja-JP" altLang="en-US" sz="800" dirty="0">
                    <a:latin typeface="Microsoft YaHei" panose="020B0503020204020204" pitchFamily="34" charset="-122"/>
                    <a:ea typeface="Microsoft YaHei" panose="020B0503020204020204" pitchFamily="34" charset="-122"/>
                  </a:endParaRPr>
                </a:p>
              </p:txBody>
            </p:sp>
            <p:sp>
              <p:nvSpPr>
                <p:cNvPr id="30" name="Rectangle 15">
                  <a:extLst>
                    <a:ext uri="{FF2B5EF4-FFF2-40B4-BE49-F238E27FC236}">
                      <a16:creationId xmlns:a16="http://schemas.microsoft.com/office/drawing/2014/main" id="{A4E12452-BD3F-48C0-D8F8-0410BCB5BAC3}"/>
                    </a:ext>
                  </a:extLst>
                </p:cNvPr>
                <p:cNvSpPr>
                  <a:spLocks noChangeArrowheads="1"/>
                </p:cNvSpPr>
                <p:nvPr/>
              </p:nvSpPr>
              <p:spPr bwMode="gray">
                <a:xfrm>
                  <a:off x="5844695" y="3900420"/>
                  <a:ext cx="708621" cy="502221"/>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功能</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测试</a:t>
                  </a:r>
                  <a:endParaRPr lang="ja-JP" altLang="en-US" sz="800" dirty="0">
                    <a:latin typeface="Microsoft YaHei" panose="020B0503020204020204" pitchFamily="34" charset="-122"/>
                    <a:ea typeface="Microsoft YaHei" panose="020B0503020204020204" pitchFamily="34" charset="-122"/>
                  </a:endParaRPr>
                </a:p>
              </p:txBody>
            </p:sp>
            <p:sp>
              <p:nvSpPr>
                <p:cNvPr id="31" name="Rectangle 24">
                  <a:extLst>
                    <a:ext uri="{FF2B5EF4-FFF2-40B4-BE49-F238E27FC236}">
                      <a16:creationId xmlns:a16="http://schemas.microsoft.com/office/drawing/2014/main" id="{628116F3-AC44-3612-7F83-2CB165D1B3DB}"/>
                    </a:ext>
                  </a:extLst>
                </p:cNvPr>
                <p:cNvSpPr>
                  <a:spLocks noChangeArrowheads="1"/>
                </p:cNvSpPr>
                <p:nvPr/>
              </p:nvSpPr>
              <p:spPr bwMode="gray">
                <a:xfrm>
                  <a:off x="2487798" y="3786570"/>
                  <a:ext cx="604727" cy="515986"/>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功能</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设计</a:t>
                  </a:r>
                  <a:endParaRPr lang="ja-JP" altLang="en-US" sz="800" dirty="0">
                    <a:latin typeface="Microsoft YaHei" panose="020B0503020204020204" pitchFamily="34" charset="-122"/>
                    <a:ea typeface="Microsoft YaHei" panose="020B0503020204020204" pitchFamily="34" charset="-122"/>
                  </a:endParaRPr>
                </a:p>
              </p:txBody>
            </p:sp>
            <p:sp>
              <p:nvSpPr>
                <p:cNvPr id="32" name="Rectangle 30">
                  <a:extLst>
                    <a:ext uri="{FF2B5EF4-FFF2-40B4-BE49-F238E27FC236}">
                      <a16:creationId xmlns:a16="http://schemas.microsoft.com/office/drawing/2014/main" id="{A8FEF719-2284-6FE8-4B27-CA1568C4CD78}"/>
                    </a:ext>
                  </a:extLst>
                </p:cNvPr>
                <p:cNvSpPr>
                  <a:spLocks noChangeArrowheads="1"/>
                </p:cNvSpPr>
                <p:nvPr/>
              </p:nvSpPr>
              <p:spPr bwMode="gray">
                <a:xfrm>
                  <a:off x="1887027" y="2739091"/>
                  <a:ext cx="620532" cy="623241"/>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基本</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设计</a:t>
                  </a:r>
                  <a:endParaRPr lang="ja-JP" altLang="en-US" sz="800" dirty="0">
                    <a:latin typeface="Microsoft YaHei" panose="020B0503020204020204" pitchFamily="34" charset="-122"/>
                    <a:ea typeface="Microsoft YaHei" panose="020B0503020204020204" pitchFamily="34" charset="-122"/>
                  </a:endParaRPr>
                </a:p>
              </p:txBody>
            </p:sp>
            <p:sp>
              <p:nvSpPr>
                <p:cNvPr id="33" name="Rectangle 36">
                  <a:extLst>
                    <a:ext uri="{FF2B5EF4-FFF2-40B4-BE49-F238E27FC236}">
                      <a16:creationId xmlns:a16="http://schemas.microsoft.com/office/drawing/2014/main" id="{29D0D791-FF5E-511A-8C96-848C764168DF}"/>
                    </a:ext>
                  </a:extLst>
                </p:cNvPr>
                <p:cNvSpPr>
                  <a:spLocks noChangeArrowheads="1"/>
                </p:cNvSpPr>
                <p:nvPr/>
              </p:nvSpPr>
              <p:spPr bwMode="gray">
                <a:xfrm>
                  <a:off x="5264841" y="4754398"/>
                  <a:ext cx="571581" cy="623240"/>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单元</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测试</a:t>
                  </a:r>
                  <a:endParaRPr lang="ja-JP" altLang="en-US" sz="800" dirty="0">
                    <a:latin typeface="Microsoft YaHei" panose="020B0503020204020204" pitchFamily="34" charset="-122"/>
                    <a:ea typeface="Microsoft YaHei" panose="020B0503020204020204" pitchFamily="34" charset="-122"/>
                  </a:endParaRPr>
                </a:p>
              </p:txBody>
            </p:sp>
            <p:sp>
              <p:nvSpPr>
                <p:cNvPr id="34" name="Rectangle 40">
                  <a:extLst>
                    <a:ext uri="{FF2B5EF4-FFF2-40B4-BE49-F238E27FC236}">
                      <a16:creationId xmlns:a16="http://schemas.microsoft.com/office/drawing/2014/main" id="{24547690-CC31-FAC7-F3D4-443F3CD9D0DD}"/>
                    </a:ext>
                  </a:extLst>
                </p:cNvPr>
                <p:cNvSpPr>
                  <a:spLocks noChangeArrowheads="1"/>
                </p:cNvSpPr>
                <p:nvPr/>
              </p:nvSpPr>
              <p:spPr bwMode="gray">
                <a:xfrm>
                  <a:off x="6641205" y="2857285"/>
                  <a:ext cx="733425" cy="581520"/>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系统</a:t>
                  </a:r>
                  <a:endParaRPr lang="en-US" altLang="zh-CN" sz="800" dirty="0">
                    <a:latin typeface="Microsoft YaHei" panose="020B0503020204020204" pitchFamily="34" charset="-122"/>
                    <a:ea typeface="Microsoft YaHei" panose="020B0503020204020204" pitchFamily="34" charset="-122"/>
                  </a:endParaRPr>
                </a:p>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测试</a:t>
                  </a:r>
                  <a:endParaRPr lang="ja-JP" altLang="en-US" sz="800" dirty="0">
                    <a:latin typeface="Microsoft YaHei" panose="020B0503020204020204" pitchFamily="34" charset="-122"/>
                    <a:ea typeface="Microsoft YaHei" panose="020B0503020204020204" pitchFamily="34" charset="-122"/>
                  </a:endParaRPr>
                </a:p>
              </p:txBody>
            </p:sp>
            <p:sp>
              <p:nvSpPr>
                <p:cNvPr id="52" name="左矢印 6">
                  <a:extLst>
                    <a:ext uri="{FF2B5EF4-FFF2-40B4-BE49-F238E27FC236}">
                      <a16:creationId xmlns:a16="http://schemas.microsoft.com/office/drawing/2014/main" id="{9710AB36-87B5-FC50-031D-FAF208398040}"/>
                    </a:ext>
                  </a:extLst>
                </p:cNvPr>
                <p:cNvSpPr/>
                <p:nvPr/>
              </p:nvSpPr>
              <p:spPr bwMode="gray">
                <a:xfrm>
                  <a:off x="4112628" y="4802268"/>
                  <a:ext cx="898755" cy="623240"/>
                </a:xfrm>
                <a:prstGeom prst="leftArrow">
                  <a:avLst/>
                </a:prstGeom>
                <a:solidFill>
                  <a:srgbClr val="002060"/>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 </a:t>
                  </a:r>
                  <a:r>
                    <a:rPr kumimoji="1" lang="ja-JP" altLang="en-US" sz="8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检证</a:t>
                  </a:r>
                </a:p>
              </p:txBody>
            </p:sp>
            <p:sp>
              <p:nvSpPr>
                <p:cNvPr id="53" name="左矢印 81">
                  <a:extLst>
                    <a:ext uri="{FF2B5EF4-FFF2-40B4-BE49-F238E27FC236}">
                      <a16:creationId xmlns:a16="http://schemas.microsoft.com/office/drawing/2014/main" id="{5D4C1359-B941-5953-8951-9ADD711B997E}"/>
                    </a:ext>
                  </a:extLst>
                </p:cNvPr>
                <p:cNvSpPr/>
                <p:nvPr/>
              </p:nvSpPr>
              <p:spPr bwMode="gray">
                <a:xfrm>
                  <a:off x="3462860" y="3895295"/>
                  <a:ext cx="2291307" cy="623240"/>
                </a:xfrm>
                <a:prstGeom prst="leftArrow">
                  <a:avLst/>
                </a:prstGeom>
                <a:solidFill>
                  <a:srgbClr val="002060"/>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  </a:t>
                  </a:r>
                  <a:r>
                    <a:rPr kumimoji="1" lang="ja-JP" altLang="en-US" sz="8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检证</a:t>
                  </a:r>
                </a:p>
              </p:txBody>
            </p:sp>
            <p:sp>
              <p:nvSpPr>
                <p:cNvPr id="54" name="左矢印 82">
                  <a:extLst>
                    <a:ext uri="{FF2B5EF4-FFF2-40B4-BE49-F238E27FC236}">
                      <a16:creationId xmlns:a16="http://schemas.microsoft.com/office/drawing/2014/main" id="{0FAAEBB0-D8E4-4D9B-D795-343F3F870DDA}"/>
                    </a:ext>
                  </a:extLst>
                </p:cNvPr>
                <p:cNvSpPr/>
                <p:nvPr/>
              </p:nvSpPr>
              <p:spPr bwMode="gray">
                <a:xfrm>
                  <a:off x="2695575" y="2873972"/>
                  <a:ext cx="3757613" cy="623240"/>
                </a:xfrm>
                <a:prstGeom prst="leftArrow">
                  <a:avLst/>
                </a:prstGeom>
                <a:solidFill>
                  <a:srgbClr val="002060"/>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0"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 </a:t>
                  </a:r>
                  <a:r>
                    <a:rPr kumimoji="1" lang="ja-JP" altLang="en-US" sz="8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检证</a:t>
                  </a:r>
                </a:p>
              </p:txBody>
            </p:sp>
            <p:sp>
              <p:nvSpPr>
                <p:cNvPr id="55" name="左矢印 83">
                  <a:extLst>
                    <a:ext uri="{FF2B5EF4-FFF2-40B4-BE49-F238E27FC236}">
                      <a16:creationId xmlns:a16="http://schemas.microsoft.com/office/drawing/2014/main" id="{5CB9E1DD-6CA6-8237-E9A2-E820C8A2D923}"/>
                    </a:ext>
                  </a:extLst>
                </p:cNvPr>
                <p:cNvSpPr/>
                <p:nvPr/>
              </p:nvSpPr>
              <p:spPr bwMode="gray">
                <a:xfrm>
                  <a:off x="2200275" y="1821249"/>
                  <a:ext cx="5033963" cy="623240"/>
                </a:xfrm>
                <a:prstGeom prst="leftArrow">
                  <a:avLst/>
                </a:prstGeom>
                <a:solidFill>
                  <a:srgbClr val="002060"/>
                </a:solidFill>
                <a:ln w="9525" cap="flat" cmpd="sng" algn="ctr">
                  <a:solidFill>
                    <a:srgbClr val="B1B1AC"/>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indent="0" algn="ctr" defTabSz="914400" rtl="0" eaLnBrk="1" fontAlgn="ctr" latinLnBrk="0" hangingPunct="1">
                    <a:lnSpc>
                      <a:spcPct val="100000"/>
                    </a:lnSpc>
                    <a:spcBef>
                      <a:spcPct val="0"/>
                    </a:spcBef>
                    <a:spcAft>
                      <a:spcPct val="0"/>
                    </a:spcAft>
                    <a:buClrTx/>
                    <a:buSzTx/>
                    <a:buFontTx/>
                    <a:buNone/>
                    <a:tabLst/>
                  </a:pPr>
                  <a:r>
                    <a:rPr kumimoji="1" lang="ja-JP" altLang="en-US" sz="800" b="1" i="0" u="none" strike="noStrike" cap="none" normalizeH="0" baseline="0" dirty="0">
                      <a:ln>
                        <a:noFill/>
                      </a:ln>
                      <a:solidFill>
                        <a:schemeClr val="bg1"/>
                      </a:solidFill>
                      <a:effectLst/>
                      <a:latin typeface="Microsoft YaHei" panose="020B0503020204020204" pitchFamily="34" charset="-122"/>
                      <a:ea typeface="Microsoft YaHei" panose="020B0503020204020204" pitchFamily="34" charset="-122"/>
                    </a:rPr>
                    <a:t>检证</a:t>
                  </a:r>
                </a:p>
              </p:txBody>
            </p:sp>
          </p:grpSp>
          <p:sp>
            <p:nvSpPr>
              <p:cNvPr id="10" name="Rectangle 12">
                <a:extLst>
                  <a:ext uri="{FF2B5EF4-FFF2-40B4-BE49-F238E27FC236}">
                    <a16:creationId xmlns:a16="http://schemas.microsoft.com/office/drawing/2014/main" id="{5C12A32C-9A11-C59B-32D4-4A39B868C566}"/>
                  </a:ext>
                </a:extLst>
              </p:cNvPr>
              <p:cNvSpPr>
                <a:spLocks noChangeArrowheads="1"/>
              </p:cNvSpPr>
              <p:nvPr/>
            </p:nvSpPr>
            <p:spPr bwMode="gray">
              <a:xfrm>
                <a:off x="4437911" y="4272001"/>
                <a:ext cx="713997" cy="404788"/>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eaLnBrk="1" fontAlgn="ctr" hangingPunct="1">
                  <a:lnSpc>
                    <a:spcPct val="100000"/>
                  </a:lnSpc>
                  <a:spcBef>
                    <a:spcPct val="0"/>
                  </a:spcBef>
                  <a:spcAft>
                    <a:spcPct val="0"/>
                  </a:spcAft>
                  <a:buClrTx/>
                  <a:buFontTx/>
                  <a:buNone/>
                </a:pPr>
                <a:r>
                  <a:rPr lang="zh-CN" altLang="en-US" sz="800" dirty="0">
                    <a:latin typeface="Microsoft YaHei" panose="020B0503020204020204" pitchFamily="34" charset="-122"/>
                    <a:ea typeface="Microsoft YaHei" panose="020B0503020204020204" pitchFamily="34" charset="-122"/>
                  </a:rPr>
                  <a:t>编码</a:t>
                </a:r>
                <a:endParaRPr lang="ja-JP" altLang="en-US" sz="800" dirty="0">
                  <a:latin typeface="Microsoft YaHei" panose="020B0503020204020204" pitchFamily="34" charset="-122"/>
                  <a:ea typeface="Microsoft YaHei" panose="020B0503020204020204" pitchFamily="34" charset="-122"/>
                </a:endParaRPr>
              </a:p>
            </p:txBody>
          </p:sp>
        </p:grpSp>
        <p:sp>
          <p:nvSpPr>
            <p:cNvPr id="8" name="Rectangle 30">
              <a:extLst>
                <a:ext uri="{FF2B5EF4-FFF2-40B4-BE49-F238E27FC236}">
                  <a16:creationId xmlns:a16="http://schemas.microsoft.com/office/drawing/2014/main" id="{258FB9E9-97A2-71D2-2FE8-0186E56A8A2A}"/>
                </a:ext>
              </a:extLst>
            </p:cNvPr>
            <p:cNvSpPr>
              <a:spLocks noChangeArrowheads="1"/>
            </p:cNvSpPr>
            <p:nvPr/>
          </p:nvSpPr>
          <p:spPr bwMode="gray">
            <a:xfrm>
              <a:off x="2048485" y="1370279"/>
              <a:ext cx="467479" cy="482393"/>
            </a:xfrm>
            <a:prstGeom prst="rect">
              <a:avLst/>
            </a:prstGeom>
            <a:solidFill>
              <a:srgbClr val="CCECFF"/>
            </a:solidFill>
            <a:ln w="9525">
              <a:solidFill>
                <a:schemeClr val="tx1"/>
              </a:solidFill>
              <a:miter lim="800000"/>
              <a:headEnd/>
              <a:tailEnd/>
            </a:ln>
            <a:effectLst>
              <a:outerShdw dist="71842" dir="2700000" algn="ctr" rotWithShape="0">
                <a:schemeClr val="bg2"/>
              </a:outerShdw>
            </a:effectLst>
          </p:spPr>
          <p:txBody>
            <a:bodyPr wrap="none" anchor="ctr"/>
            <a:lstStyle>
              <a:lvl1pPr>
                <a:lnSpc>
                  <a:spcPct val="95000"/>
                </a:lnSpc>
                <a:spcBef>
                  <a:spcPct val="20000"/>
                </a:spcBef>
                <a:spcAft>
                  <a:spcPct val="10000"/>
                </a:spcAft>
                <a:buClr>
                  <a:srgbClr val="A30B1A"/>
                </a:buClr>
                <a:buFont typeface="Wingdings" panose="05000000000000000000" pitchFamily="2" charset="2"/>
                <a:buChar char="n"/>
                <a:defRPr kumimoji="1" sz="24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1pPr>
              <a:lvl2pPr marL="742950" indent="-285750">
                <a:lnSpc>
                  <a:spcPct val="95000"/>
                </a:lnSpc>
                <a:spcBef>
                  <a:spcPct val="20000"/>
                </a:spcBef>
                <a:spcAft>
                  <a:spcPct val="10000"/>
                </a:spcAft>
                <a:buClr>
                  <a:srgbClr val="87867E"/>
                </a:buClr>
                <a:buFont typeface="Wingdings" panose="05000000000000000000" pitchFamily="2" charset="2"/>
                <a:buChar char="n"/>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2pPr>
              <a:lvl3pPr marL="1143000" indent="-228600">
                <a:lnSpc>
                  <a:spcPct val="95000"/>
                </a:lnSpc>
                <a:spcBef>
                  <a:spcPct val="20000"/>
                </a:spcBef>
                <a:spcAft>
                  <a:spcPct val="10000"/>
                </a:spcAft>
                <a:buClr>
                  <a:srgbClr val="87867E"/>
                </a:buClr>
                <a:buSzPct val="100000"/>
                <a:buChar char="•"/>
                <a:defRPr kumimoji="1">
                  <a:solidFill>
                    <a:srgbClr val="000000"/>
                  </a:solidFill>
                  <a:latin typeface="メイリオ" panose="020B0604030504040204" pitchFamily="50" charset="-128"/>
                  <a:ea typeface="メイリオ" panose="020B0604030504040204" pitchFamily="50" charset="-128"/>
                  <a:cs typeface="Arial" panose="020B0604020202020204" pitchFamily="34" charset="0"/>
                </a:defRPr>
              </a:lvl3pPr>
              <a:lvl4pPr marL="1600200" indent="-228600">
                <a:lnSpc>
                  <a:spcPct val="95000"/>
                </a:lnSpc>
                <a:spcBef>
                  <a:spcPct val="20000"/>
                </a:spcBef>
                <a:spcAft>
                  <a:spcPct val="10000"/>
                </a:spcAft>
                <a:buClr>
                  <a:srgbClr val="87867E"/>
                </a:buClr>
                <a:buSzPct val="100000"/>
                <a:buChar char="•"/>
                <a:defRPr kumimoji="1" sz="16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4pPr>
              <a:lvl5pPr marL="2057400" indent="-228600">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5pPr>
              <a:lvl6pPr marL="25146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6pPr>
              <a:lvl7pPr marL="29718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7pPr>
              <a:lvl8pPr marL="34290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8pPr>
              <a:lvl9pPr marL="3886200" indent="-228600" eaLnBrk="0" fontAlgn="base" hangingPunct="0">
                <a:spcBef>
                  <a:spcPct val="0"/>
                </a:spcBef>
                <a:spcAft>
                  <a:spcPct val="0"/>
                </a:spcAft>
                <a:buBlip>
                  <a:blip r:embed="rId3"/>
                </a:buBlip>
                <a:defRPr kumimoji="1" sz="2000">
                  <a:solidFill>
                    <a:srgbClr val="000000"/>
                  </a:solidFill>
                  <a:latin typeface="メイリオ" panose="020B0604030504040204" pitchFamily="50" charset="-128"/>
                  <a:ea typeface="メイリオ" panose="020B0604030504040204" pitchFamily="50" charset="-128"/>
                  <a:cs typeface="Arial" panose="020B0604020202020204" pitchFamily="34" charset="0"/>
                </a:defRPr>
              </a:lvl9pPr>
            </a:lstStyle>
            <a:p>
              <a:pPr algn="ctr" fontAlgn="ctr">
                <a:lnSpc>
                  <a:spcPct val="100000"/>
                </a:lnSpc>
                <a:spcBef>
                  <a:spcPct val="0"/>
                </a:spcBef>
                <a:spcAft>
                  <a:spcPct val="0"/>
                </a:spcAft>
                <a:buClrTx/>
                <a:buNone/>
              </a:pPr>
              <a:r>
                <a:rPr lang="zh-CN" altLang="en-US" sz="800" dirty="0">
                  <a:latin typeface="Microsoft YaHei" panose="020B0503020204020204" pitchFamily="34" charset="-122"/>
                  <a:ea typeface="Microsoft YaHei" panose="020B0503020204020204" pitchFamily="34" charset="-122"/>
                </a:rPr>
                <a:t>需求</a:t>
              </a:r>
              <a:endParaRPr lang="en-US" altLang="zh-CN" sz="800" dirty="0">
                <a:latin typeface="Microsoft YaHei" panose="020B0503020204020204" pitchFamily="34" charset="-122"/>
                <a:ea typeface="Microsoft YaHei" panose="020B0503020204020204" pitchFamily="34" charset="-122"/>
              </a:endParaRPr>
            </a:p>
            <a:p>
              <a:pPr algn="ctr" fontAlgn="ctr">
                <a:lnSpc>
                  <a:spcPct val="100000"/>
                </a:lnSpc>
                <a:spcBef>
                  <a:spcPct val="0"/>
                </a:spcBef>
                <a:spcAft>
                  <a:spcPct val="0"/>
                </a:spcAft>
                <a:buClrTx/>
                <a:buNone/>
              </a:pPr>
              <a:r>
                <a:rPr lang="zh-CN" altLang="en-US" sz="800" dirty="0">
                  <a:latin typeface="Microsoft YaHei" panose="020B0503020204020204" pitchFamily="34" charset="-122"/>
                  <a:ea typeface="Microsoft YaHei" panose="020B0503020204020204" pitchFamily="34" charset="-122"/>
                </a:rPr>
                <a:t>分析</a:t>
              </a:r>
              <a:endParaRPr lang="ja-JP" altLang="en-US" sz="800" dirty="0">
                <a:latin typeface="Microsoft YaHei" panose="020B0503020204020204" pitchFamily="34" charset="-122"/>
                <a:ea typeface="Microsoft YaHei" panose="020B0503020204020204" pitchFamily="34" charset="-122"/>
              </a:endParaRPr>
            </a:p>
          </p:txBody>
        </p:sp>
      </p:grpSp>
      <p:sp>
        <p:nvSpPr>
          <p:cNvPr id="56" name="正方形/長方形 55">
            <a:extLst>
              <a:ext uri="{FF2B5EF4-FFF2-40B4-BE49-F238E27FC236}">
                <a16:creationId xmlns:a16="http://schemas.microsoft.com/office/drawing/2014/main" id="{0FA532D4-3E0D-A3DB-0266-DD9E27AE09BB}"/>
              </a:ext>
            </a:extLst>
          </p:cNvPr>
          <p:cNvSpPr/>
          <p:nvPr/>
        </p:nvSpPr>
        <p:spPr>
          <a:xfrm>
            <a:off x="2549888" y="1478806"/>
            <a:ext cx="2722101" cy="257834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57" name="正方形/長方形 56">
            <a:extLst>
              <a:ext uri="{FF2B5EF4-FFF2-40B4-BE49-F238E27FC236}">
                <a16:creationId xmlns:a16="http://schemas.microsoft.com/office/drawing/2014/main" id="{DD45A800-7E63-1370-6615-553A92DDAC4A}"/>
              </a:ext>
            </a:extLst>
          </p:cNvPr>
          <p:cNvSpPr/>
          <p:nvPr/>
        </p:nvSpPr>
        <p:spPr>
          <a:xfrm>
            <a:off x="3378075" y="4444471"/>
            <a:ext cx="1315587"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整体追踪性不明显</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58" name="図 57" descr="グラフィカル ユーザー インターフェイス が含まれている画像&#10;&#10;AI 生成コンテンツは誤りを含む可能性があります。">
            <a:extLst>
              <a:ext uri="{FF2B5EF4-FFF2-40B4-BE49-F238E27FC236}">
                <a16:creationId xmlns:a16="http://schemas.microsoft.com/office/drawing/2014/main" id="{81E7B05A-FE06-AB02-FB03-1792A9DD75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2941" y="1549071"/>
            <a:ext cx="3791059" cy="1040775"/>
          </a:xfrm>
          <a:prstGeom prst="rect">
            <a:avLst/>
          </a:prstGeom>
        </p:spPr>
      </p:pic>
      <p:sp>
        <p:nvSpPr>
          <p:cNvPr id="59" name="正方形/長方形 58">
            <a:extLst>
              <a:ext uri="{FF2B5EF4-FFF2-40B4-BE49-F238E27FC236}">
                <a16:creationId xmlns:a16="http://schemas.microsoft.com/office/drawing/2014/main" id="{C7460A5A-5549-7C85-0F34-D9D25ADA50AB}"/>
              </a:ext>
            </a:extLst>
          </p:cNvPr>
          <p:cNvSpPr/>
          <p:nvPr/>
        </p:nvSpPr>
        <p:spPr>
          <a:xfrm>
            <a:off x="6168795" y="4458824"/>
            <a:ext cx="1315587"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变更管理的追溯例子</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63" name="図 62" descr="テキスト, テーブル&#10;&#10;AI 生成コンテンツは誤りを含む可能性があります。">
            <a:extLst>
              <a:ext uri="{FF2B5EF4-FFF2-40B4-BE49-F238E27FC236}">
                <a16:creationId xmlns:a16="http://schemas.microsoft.com/office/drawing/2014/main" id="{6A697BAB-740F-A3B2-5BE8-8DF8E98563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34273" y="2670732"/>
            <a:ext cx="2312659" cy="1161209"/>
          </a:xfrm>
          <a:prstGeom prst="rect">
            <a:avLst/>
          </a:prstGeom>
        </p:spPr>
      </p:pic>
      <p:sp>
        <p:nvSpPr>
          <p:cNvPr id="64" name="正方形/長方形 63">
            <a:extLst>
              <a:ext uri="{FF2B5EF4-FFF2-40B4-BE49-F238E27FC236}">
                <a16:creationId xmlns:a16="http://schemas.microsoft.com/office/drawing/2014/main" id="{6515DFB7-17B1-FBCE-C6A4-10CE6B776DF8}"/>
              </a:ext>
            </a:extLst>
          </p:cNvPr>
          <p:cNvSpPr/>
          <p:nvPr/>
        </p:nvSpPr>
        <p:spPr>
          <a:xfrm>
            <a:off x="6410703" y="3320516"/>
            <a:ext cx="696529" cy="135718"/>
          </a:xfrm>
          <a:prstGeom prst="rect">
            <a:avLst/>
          </a:prstGeom>
          <a:noFill/>
          <a:ln>
            <a:solidFill>
              <a:srgbClr val="2400B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cxnSp>
        <p:nvCxnSpPr>
          <p:cNvPr id="66" name="直線矢印コネクタ 65">
            <a:extLst>
              <a:ext uri="{FF2B5EF4-FFF2-40B4-BE49-F238E27FC236}">
                <a16:creationId xmlns:a16="http://schemas.microsoft.com/office/drawing/2014/main" id="{FC15B4E9-D258-CD7D-134C-6421756CC76C}"/>
              </a:ext>
            </a:extLst>
          </p:cNvPr>
          <p:cNvCxnSpPr/>
          <p:nvPr/>
        </p:nvCxnSpPr>
        <p:spPr>
          <a:xfrm>
            <a:off x="6371090" y="1844263"/>
            <a:ext cx="346614" cy="1499734"/>
          </a:xfrm>
          <a:prstGeom prst="straightConnector1">
            <a:avLst/>
          </a:prstGeom>
          <a:ln w="9525">
            <a:solidFill>
              <a:srgbClr val="2400B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07504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71521-C4A4-AE19-5D60-72BE314E6F4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B5D7BB-EB21-C8DF-C488-F7F7D6F96DA1}"/>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C42DF5D9-A41D-8AF8-0121-764E6594F127}"/>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5FFC68BB-7D01-D739-84DB-F18C4E9E9B04}"/>
              </a:ext>
            </a:extLst>
          </p:cNvPr>
          <p:cNvSpPr>
            <a:spLocks noGrp="1"/>
          </p:cNvSpPr>
          <p:nvPr>
            <p:ph type="sldNum" sz="quarter" idx="4"/>
          </p:nvPr>
        </p:nvSpPr>
        <p:spPr/>
        <p:txBody>
          <a:bodyPr/>
          <a:lstStyle/>
          <a:p>
            <a:fld id="{4D029D89-7B63-4C94-AD4D-2E4D6BB83637}" type="slidenum">
              <a:rPr kumimoji="1" lang="ja-JP" altLang="en-US" smtClean="0"/>
              <a:pPr/>
              <a:t>30</a:t>
            </a:fld>
            <a:endParaRPr kumimoji="1" lang="ja-JP" altLang="en-US"/>
          </a:p>
        </p:txBody>
      </p:sp>
      <p:sp>
        <p:nvSpPr>
          <p:cNvPr id="11" name="コンテンツ プレースホルダー 10">
            <a:extLst>
              <a:ext uri="{FF2B5EF4-FFF2-40B4-BE49-F238E27FC236}">
                <a16:creationId xmlns:a16="http://schemas.microsoft.com/office/drawing/2014/main" id="{3F291086-0644-2C24-4D25-B04D45855763}"/>
              </a:ext>
            </a:extLst>
          </p:cNvPr>
          <p:cNvSpPr>
            <a:spLocks noGrp="1"/>
          </p:cNvSpPr>
          <p:nvPr>
            <p:ph idx="1"/>
          </p:nvPr>
        </p:nvSpPr>
        <p:spPr>
          <a:xfrm>
            <a:off x="232200" y="750439"/>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支持和管理过程</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8" name="図 7" descr="タイムライン&#10;&#10;AI 生成コンテンツは誤りを含む可能性があります。">
            <a:extLst>
              <a:ext uri="{FF2B5EF4-FFF2-40B4-BE49-F238E27FC236}">
                <a16:creationId xmlns:a16="http://schemas.microsoft.com/office/drawing/2014/main" id="{F9093DDD-2B94-5ECA-35C2-FD1B3AFE72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2049" y="1176833"/>
            <a:ext cx="7194920" cy="3473629"/>
          </a:xfrm>
          <a:prstGeom prst="rect">
            <a:avLst/>
          </a:prstGeom>
        </p:spPr>
      </p:pic>
      <p:sp>
        <p:nvSpPr>
          <p:cNvPr id="9" name="正方形/長方形 8">
            <a:extLst>
              <a:ext uri="{FF2B5EF4-FFF2-40B4-BE49-F238E27FC236}">
                <a16:creationId xmlns:a16="http://schemas.microsoft.com/office/drawing/2014/main" id="{B596A005-8B60-B09E-6AA9-4A2DB958C3E7}"/>
              </a:ext>
            </a:extLst>
          </p:cNvPr>
          <p:cNvSpPr/>
          <p:nvPr/>
        </p:nvSpPr>
        <p:spPr>
          <a:xfrm>
            <a:off x="638175" y="1530350"/>
            <a:ext cx="1060450" cy="17907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0" name="正方形/長方形 9">
            <a:extLst>
              <a:ext uri="{FF2B5EF4-FFF2-40B4-BE49-F238E27FC236}">
                <a16:creationId xmlns:a16="http://schemas.microsoft.com/office/drawing/2014/main" id="{7C9A0891-0020-D9C0-9F19-1D7A9B7CD7F7}"/>
              </a:ext>
            </a:extLst>
          </p:cNvPr>
          <p:cNvSpPr/>
          <p:nvPr/>
        </p:nvSpPr>
        <p:spPr>
          <a:xfrm>
            <a:off x="1787524" y="2625725"/>
            <a:ext cx="2514475" cy="1104900"/>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2" name="正方形/長方形 11">
            <a:extLst>
              <a:ext uri="{FF2B5EF4-FFF2-40B4-BE49-F238E27FC236}">
                <a16:creationId xmlns:a16="http://schemas.microsoft.com/office/drawing/2014/main" id="{3A33F38E-067C-766C-8DBD-2416A96CFAD2}"/>
              </a:ext>
            </a:extLst>
          </p:cNvPr>
          <p:cNvSpPr/>
          <p:nvPr/>
        </p:nvSpPr>
        <p:spPr>
          <a:xfrm>
            <a:off x="6448424" y="1504950"/>
            <a:ext cx="1082675" cy="358775"/>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13" name="楕円 12">
            <a:extLst>
              <a:ext uri="{FF2B5EF4-FFF2-40B4-BE49-F238E27FC236}">
                <a16:creationId xmlns:a16="http://schemas.microsoft.com/office/drawing/2014/main" id="{784CA628-C7B0-6EFE-03DB-DD524BCC9A2F}"/>
              </a:ext>
            </a:extLst>
          </p:cNvPr>
          <p:cNvSpPr/>
          <p:nvPr/>
        </p:nvSpPr>
        <p:spPr>
          <a:xfrm>
            <a:off x="2870200" y="2738967"/>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1</a:t>
            </a:r>
            <a:endParaRPr kumimoji="1" lang="ja-JP" altLang="en-US" sz="1200" dirty="0">
              <a:solidFill>
                <a:schemeClr val="tx1"/>
              </a:solidFill>
            </a:endParaRPr>
          </a:p>
        </p:txBody>
      </p:sp>
      <p:sp>
        <p:nvSpPr>
          <p:cNvPr id="14" name="楕円 13">
            <a:extLst>
              <a:ext uri="{FF2B5EF4-FFF2-40B4-BE49-F238E27FC236}">
                <a16:creationId xmlns:a16="http://schemas.microsoft.com/office/drawing/2014/main" id="{D3E3AFE9-F6A1-00A0-320A-61DF1D300AB7}"/>
              </a:ext>
            </a:extLst>
          </p:cNvPr>
          <p:cNvSpPr/>
          <p:nvPr/>
        </p:nvSpPr>
        <p:spPr>
          <a:xfrm>
            <a:off x="1423458" y="1817158"/>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2</a:t>
            </a:r>
            <a:endParaRPr kumimoji="1" lang="ja-JP" altLang="en-US" sz="1200" dirty="0">
              <a:solidFill>
                <a:schemeClr val="tx1"/>
              </a:solidFill>
            </a:endParaRPr>
          </a:p>
        </p:txBody>
      </p:sp>
      <p:sp>
        <p:nvSpPr>
          <p:cNvPr id="15" name="楕円 14">
            <a:extLst>
              <a:ext uri="{FF2B5EF4-FFF2-40B4-BE49-F238E27FC236}">
                <a16:creationId xmlns:a16="http://schemas.microsoft.com/office/drawing/2014/main" id="{19A3FF56-DA3B-FBE7-F93D-7AD492A4E472}"/>
              </a:ext>
            </a:extLst>
          </p:cNvPr>
          <p:cNvSpPr/>
          <p:nvPr/>
        </p:nvSpPr>
        <p:spPr>
          <a:xfrm>
            <a:off x="7347282" y="1498471"/>
            <a:ext cx="275167" cy="279400"/>
          </a:xfrm>
          <a:prstGeom prst="ellipse">
            <a:avLst/>
          </a:prstGeom>
          <a:solidFill>
            <a:srgbClr val="00B050"/>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rPr>
              <a:t>2</a:t>
            </a:r>
            <a:endParaRPr kumimoji="1" lang="ja-JP" altLang="en-US" sz="1200" dirty="0">
              <a:solidFill>
                <a:schemeClr val="tx1"/>
              </a:solidFill>
            </a:endParaRPr>
          </a:p>
        </p:txBody>
      </p:sp>
      <p:pic>
        <p:nvPicPr>
          <p:cNvPr id="37" name="グラフィックス 36" descr="チェック マーク 単色塗りつぶし">
            <a:extLst>
              <a:ext uri="{FF2B5EF4-FFF2-40B4-BE49-F238E27FC236}">
                <a16:creationId xmlns:a16="http://schemas.microsoft.com/office/drawing/2014/main" id="{84F81BC7-4A72-18E8-CC2E-3C949FCB47D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75033" y="1295428"/>
            <a:ext cx="914400" cy="914400"/>
          </a:xfrm>
          <a:prstGeom prst="rect">
            <a:avLst/>
          </a:prstGeom>
        </p:spPr>
      </p:pic>
      <p:sp>
        <p:nvSpPr>
          <p:cNvPr id="16" name="正方形/長方形 15">
            <a:hlinkClick r:id="rId6" action="ppaction://hlinkfile"/>
            <a:extLst>
              <a:ext uri="{FF2B5EF4-FFF2-40B4-BE49-F238E27FC236}">
                <a16:creationId xmlns:a16="http://schemas.microsoft.com/office/drawing/2014/main" id="{203AC53C-C747-E9F7-442D-0C2DA25C0BC3}"/>
              </a:ext>
            </a:extLst>
          </p:cNvPr>
          <p:cNvSpPr/>
          <p:nvPr/>
        </p:nvSpPr>
        <p:spPr>
          <a:xfrm>
            <a:off x="231458" y="4704549"/>
            <a:ext cx="2584158"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过程详细参考：</a:t>
            </a:r>
            <a:r>
              <a:rPr kumimoji="1" lang="en-US" altLang="zh-CN" sz="800" dirty="0">
                <a:solidFill>
                  <a:schemeClr val="tx1"/>
                </a:solidFill>
                <a:latin typeface="Microsoft YaHei" panose="020B0503020204020204" pitchFamily="34" charset="-122"/>
                <a:ea typeface="Microsoft YaHei" panose="020B0503020204020204" pitchFamily="34" charset="-122"/>
                <a:hlinkClick r:id="rId7" action="ppaction://hlinkfile"/>
              </a:rPr>
              <a:t>VDA SCOPE</a:t>
            </a:r>
            <a:r>
              <a:rPr kumimoji="1" lang="zh-CN" altLang="en-US" sz="800" dirty="0">
                <a:solidFill>
                  <a:schemeClr val="tx1"/>
                </a:solidFill>
                <a:latin typeface="Microsoft YaHei" panose="020B0503020204020204" pitchFamily="34" charset="-122"/>
                <a:ea typeface="Microsoft YaHei" panose="020B0503020204020204" pitchFamily="34" charset="-122"/>
                <a:hlinkClick r:id="rId7" action="ppaction://hlinkfile"/>
              </a:rPr>
              <a:t>过程</a:t>
            </a:r>
            <a:r>
              <a:rPr kumimoji="1" lang="en-US" altLang="zh-CN" sz="800" dirty="0">
                <a:solidFill>
                  <a:schemeClr val="tx1"/>
                </a:solidFill>
                <a:latin typeface="Microsoft YaHei" panose="020B0503020204020204" pitchFamily="34" charset="-122"/>
                <a:ea typeface="Microsoft YaHei" panose="020B0503020204020204" pitchFamily="34" charset="-122"/>
                <a:hlinkClick r:id="rId7" action="ppaction://hlinkfile"/>
              </a:rPr>
              <a:t>.xlsx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17" name="グラフィックス 16" descr="チェック マーク 単色塗りつぶし">
            <a:extLst>
              <a:ext uri="{FF2B5EF4-FFF2-40B4-BE49-F238E27FC236}">
                <a16:creationId xmlns:a16="http://schemas.microsoft.com/office/drawing/2014/main" id="{96D435B0-CE19-0E9F-94F7-22002575FF1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118658" y="1927253"/>
            <a:ext cx="914400" cy="914400"/>
          </a:xfrm>
          <a:prstGeom prst="rect">
            <a:avLst/>
          </a:prstGeom>
        </p:spPr>
      </p:pic>
      <p:sp>
        <p:nvSpPr>
          <p:cNvPr id="5" name="正方形/長方形 4">
            <a:extLst>
              <a:ext uri="{FF2B5EF4-FFF2-40B4-BE49-F238E27FC236}">
                <a16:creationId xmlns:a16="http://schemas.microsoft.com/office/drawing/2014/main" id="{B48EE339-9BEB-C8FF-E382-5865FB6A114B}"/>
              </a:ext>
            </a:extLst>
          </p:cNvPr>
          <p:cNvSpPr/>
          <p:nvPr/>
        </p:nvSpPr>
        <p:spPr>
          <a:xfrm>
            <a:off x="7671932" y="1958997"/>
            <a:ext cx="1186706" cy="434208"/>
          </a:xfrm>
          <a:prstGeom prst="rect">
            <a:avLst/>
          </a:prstGeom>
          <a:no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chemeClr val="tx1"/>
                </a:solidFill>
                <a:latin typeface="Microsoft YaHei" panose="020B0503020204020204" pitchFamily="34" charset="-122"/>
                <a:ea typeface="Microsoft YaHei" panose="020B0503020204020204" pitchFamily="34" charset="-122"/>
              </a:rPr>
              <a:t>图中所有过程均为</a:t>
            </a:r>
            <a:r>
              <a:rPr kumimoji="1" lang="en-US" altLang="zh-CN" sz="1000" dirty="0">
                <a:solidFill>
                  <a:schemeClr val="tx1"/>
                </a:solidFill>
                <a:latin typeface="Microsoft YaHei" panose="020B0503020204020204" pitchFamily="34" charset="-122"/>
                <a:ea typeface="Microsoft YaHei" panose="020B0503020204020204" pitchFamily="34" charset="-122"/>
              </a:rPr>
              <a:t>PA1.1</a:t>
            </a:r>
            <a:r>
              <a:rPr kumimoji="1" lang="zh-CN" altLang="en-US" sz="1000" dirty="0">
                <a:solidFill>
                  <a:schemeClr val="tx1"/>
                </a:solidFill>
                <a:latin typeface="Microsoft YaHei" panose="020B0503020204020204" pitchFamily="34" charset="-122"/>
                <a:ea typeface="Microsoft YaHei" panose="020B0503020204020204" pitchFamily="34" charset="-122"/>
              </a:rPr>
              <a:t>的内容。</a:t>
            </a:r>
            <a:endParaRPr kumimoji="1" lang="en-US" altLang="zh-CN" sz="1000" dirty="0">
              <a:solidFill>
                <a:schemeClr val="tx1"/>
              </a:solidFill>
              <a:latin typeface="Microsoft YaHei" panose="020B0503020204020204" pitchFamily="34" charset="-122"/>
              <a:ea typeface="Microsoft YaHei" panose="020B0503020204020204" pitchFamily="34" charset="-122"/>
            </a:endParaRPr>
          </a:p>
        </p:txBody>
      </p:sp>
      <p:sp>
        <p:nvSpPr>
          <p:cNvPr id="6" name="正方形/長方形 5">
            <a:extLst>
              <a:ext uri="{FF2B5EF4-FFF2-40B4-BE49-F238E27FC236}">
                <a16:creationId xmlns:a16="http://schemas.microsoft.com/office/drawing/2014/main" id="{E64B50E5-8CDD-6115-BCB3-9E2B0C1ED66A}"/>
              </a:ext>
            </a:extLst>
          </p:cNvPr>
          <p:cNvSpPr/>
          <p:nvPr/>
        </p:nvSpPr>
        <p:spPr>
          <a:xfrm>
            <a:off x="7687081" y="2814131"/>
            <a:ext cx="1171557" cy="333587"/>
          </a:xfrm>
          <a:prstGeom prst="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1000" dirty="0">
                <a:solidFill>
                  <a:schemeClr val="tx1"/>
                </a:solidFill>
                <a:latin typeface="Microsoft YaHei" panose="020B0503020204020204" pitchFamily="34" charset="-122"/>
                <a:ea typeface="Microsoft YaHei" panose="020B0503020204020204" pitchFamily="34" charset="-122"/>
              </a:rPr>
              <a:t>本次教育内容为红框范围。</a:t>
            </a:r>
            <a:endParaRPr kumimoji="1" lang="ja-JP" altLang="en-US" sz="10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400672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0C0D-714B-1940-A464-EED50561D30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28C152E-435B-858F-7D16-AE81708E61B1}"/>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46579B4D-9905-2064-30A4-974EC92A792C}"/>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EB0F9200-EADC-61F9-CDEC-88358E1D686B}"/>
              </a:ext>
            </a:extLst>
          </p:cNvPr>
          <p:cNvSpPr>
            <a:spLocks noGrp="1"/>
          </p:cNvSpPr>
          <p:nvPr>
            <p:ph type="sldNum" sz="quarter" idx="4"/>
          </p:nvPr>
        </p:nvSpPr>
        <p:spPr/>
        <p:txBody>
          <a:bodyPr/>
          <a:lstStyle/>
          <a:p>
            <a:fld id="{4D029D89-7B63-4C94-AD4D-2E4D6BB83637}" type="slidenum">
              <a:rPr kumimoji="1" lang="ja-JP" altLang="en-US" smtClean="0"/>
              <a:pPr/>
              <a:t>31</a:t>
            </a:fld>
            <a:endParaRPr kumimoji="1" lang="ja-JP" altLang="en-US"/>
          </a:p>
        </p:txBody>
      </p:sp>
      <p:sp>
        <p:nvSpPr>
          <p:cNvPr id="11" name="コンテンツ プレースホルダー 10">
            <a:extLst>
              <a:ext uri="{FF2B5EF4-FFF2-40B4-BE49-F238E27FC236}">
                <a16:creationId xmlns:a16="http://schemas.microsoft.com/office/drawing/2014/main" id="{3881791A-7DB6-3DE9-3BA3-D09E4B9FACAB}"/>
              </a:ext>
            </a:extLst>
          </p:cNvPr>
          <p:cNvSpPr>
            <a:spLocks noGrp="1"/>
          </p:cNvSpPr>
          <p:nvPr>
            <p:ph idx="1"/>
          </p:nvPr>
        </p:nvSpPr>
        <p:spPr>
          <a:xfrm>
            <a:off x="232200" y="750439"/>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支持和管理过程的一些注意点</a:t>
            </a:r>
            <a:endParaRPr lang="en-US" altLang="zh-CN"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ja-JP" sz="1400" dirty="0">
                <a:solidFill>
                  <a:srgbClr val="2400B0"/>
                </a:solidFill>
                <a:latin typeface="Microsoft YaHei" panose="020B0503020204020204" pitchFamily="34" charset="-122"/>
                <a:ea typeface="Microsoft YaHei" panose="020B0503020204020204" pitchFamily="34" charset="-122"/>
              </a:rPr>
              <a:t>MAN.3 </a:t>
            </a:r>
            <a:r>
              <a:rPr lang="ja-JP" altLang="en-US" sz="1400" dirty="0">
                <a:solidFill>
                  <a:srgbClr val="2400B0"/>
                </a:solidFill>
                <a:latin typeface="Microsoft YaHei" panose="020B0503020204020204" pitchFamily="34" charset="-122"/>
                <a:ea typeface="Microsoft YaHei" panose="020B0503020204020204" pitchFamily="34" charset="-122"/>
              </a:rPr>
              <a:t>项目管理</a:t>
            </a:r>
            <a:endParaRPr lang="en-US" altLang="ja-JP"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200" dirty="0">
                <a:solidFill>
                  <a:srgbClr val="2400B0"/>
                </a:solidFill>
                <a:latin typeface="Microsoft YaHei" panose="020B0503020204020204" pitchFamily="34" charset="-122"/>
                <a:ea typeface="Microsoft YaHei" panose="020B0503020204020204" pitchFamily="34" charset="-122"/>
              </a:rPr>
              <a:t>MAN.3</a:t>
            </a:r>
            <a:r>
              <a:rPr lang="zh-CN" altLang="en-US" sz="1200" dirty="0">
                <a:solidFill>
                  <a:srgbClr val="2400B0"/>
                </a:solidFill>
                <a:latin typeface="Microsoft YaHei" panose="020B0503020204020204" pitchFamily="34" charset="-122"/>
                <a:ea typeface="Microsoft YaHei" panose="020B0503020204020204" pitchFamily="34" charset="-122"/>
              </a:rPr>
              <a:t>项目管理定义比较狭窄，重点放在管理活动</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如估算、计划等</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以及管理资源（如人、技能等）两个方面，</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200" dirty="0">
                <a:solidFill>
                  <a:srgbClr val="2400B0"/>
                </a:solidFill>
                <a:latin typeface="Microsoft YaHei" panose="020B0503020204020204" pitchFamily="34" charset="-122"/>
                <a:ea typeface="Microsoft YaHei" panose="020B0503020204020204" pitchFamily="34" charset="-122"/>
              </a:rPr>
              <a:t>不包含风险管理、变更管理等，与</a:t>
            </a:r>
            <a:r>
              <a:rPr lang="en-US" altLang="zh-CN" sz="1200" dirty="0">
                <a:solidFill>
                  <a:srgbClr val="2400B0"/>
                </a:solidFill>
                <a:latin typeface="Microsoft YaHei" panose="020B0503020204020204" pitchFamily="34" charset="-122"/>
                <a:ea typeface="Microsoft YaHei" panose="020B0503020204020204" pitchFamily="34" charset="-122"/>
              </a:rPr>
              <a:t>PMP</a:t>
            </a:r>
            <a:r>
              <a:rPr lang="zh-CN" altLang="en-US" sz="1200" dirty="0">
                <a:solidFill>
                  <a:srgbClr val="2400B0"/>
                </a:solidFill>
                <a:latin typeface="Microsoft YaHei" panose="020B0503020204020204" pitchFamily="34" charset="-122"/>
                <a:ea typeface="Microsoft YaHei" panose="020B0503020204020204" pitchFamily="34" charset="-122"/>
              </a:rPr>
              <a:t>体系中的项目管理有区别 。</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200" dirty="0">
                <a:solidFill>
                  <a:srgbClr val="2400B0"/>
                </a:solidFill>
                <a:latin typeface="Microsoft YaHei" panose="020B0503020204020204" pitchFamily="34" charset="-122"/>
                <a:ea typeface="Microsoft YaHei" panose="020B0503020204020204" pitchFamily="34" charset="-122"/>
              </a:rPr>
              <a:t>SUP.8 </a:t>
            </a:r>
            <a:r>
              <a:rPr lang="zh-CN" altLang="en-US" sz="1200" dirty="0">
                <a:solidFill>
                  <a:srgbClr val="2400B0"/>
                </a:solidFill>
                <a:latin typeface="Microsoft YaHei" panose="020B0503020204020204" pitchFamily="34" charset="-122"/>
                <a:ea typeface="Microsoft YaHei" panose="020B0503020204020204" pitchFamily="34" charset="-122"/>
              </a:rPr>
              <a:t>配置管理</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200" dirty="0">
                <a:solidFill>
                  <a:srgbClr val="2400B0"/>
                </a:solidFill>
                <a:latin typeface="Microsoft YaHei" panose="020B0503020204020204" pitchFamily="34" charset="-122"/>
                <a:ea typeface="Microsoft YaHei" panose="020B0503020204020204" pitchFamily="34" charset="-122"/>
              </a:rPr>
              <a:t>包含命名规则、版本管理规则、存放媒介以及存放位置、基线管理、状态、访问权限等。</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200" dirty="0">
                <a:solidFill>
                  <a:srgbClr val="2400B0"/>
                </a:solidFill>
                <a:latin typeface="Microsoft YaHei" panose="020B0503020204020204" pitchFamily="34" charset="-122"/>
                <a:ea typeface="Microsoft YaHei" panose="020B0503020204020204" pitchFamily="34" charset="-122"/>
              </a:rPr>
              <a:t>基线不能随意更改，如果需要更改，必须走变更管理流程。</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200" dirty="0">
                <a:solidFill>
                  <a:srgbClr val="2400B0"/>
                </a:solidFill>
                <a:latin typeface="Microsoft YaHei" panose="020B0503020204020204" pitchFamily="34" charset="-122"/>
                <a:ea typeface="Microsoft YaHei" panose="020B0503020204020204" pitchFamily="34" charset="-122"/>
              </a:rPr>
              <a:t>SUP.9 </a:t>
            </a:r>
            <a:r>
              <a:rPr lang="zh-CN" altLang="en-US" sz="1200" dirty="0">
                <a:solidFill>
                  <a:srgbClr val="2400B0"/>
                </a:solidFill>
                <a:latin typeface="Microsoft YaHei" panose="020B0503020204020204" pitchFamily="34" charset="-122"/>
                <a:ea typeface="Microsoft YaHei" panose="020B0503020204020204" pitchFamily="34" charset="-122"/>
              </a:rPr>
              <a:t>问题解决和管理</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200" dirty="0">
                <a:solidFill>
                  <a:srgbClr val="2400B0"/>
                </a:solidFill>
                <a:latin typeface="Microsoft YaHei" panose="020B0503020204020204" pitchFamily="34" charset="-122"/>
                <a:ea typeface="Microsoft YaHei" panose="020B0503020204020204" pitchFamily="34" charset="-122"/>
              </a:rPr>
              <a:t>管理所有的问题，包括指摘</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包含开发和</a:t>
            </a:r>
            <a:r>
              <a:rPr lang="en-US" altLang="zh-CN" sz="1200" dirty="0">
                <a:solidFill>
                  <a:srgbClr val="2400B0"/>
                </a:solidFill>
                <a:latin typeface="Microsoft YaHei" panose="020B0503020204020204" pitchFamily="34" charset="-122"/>
                <a:ea typeface="Microsoft YaHei" panose="020B0503020204020204" pitchFamily="34" charset="-122"/>
              </a:rPr>
              <a:t>SQA</a:t>
            </a:r>
            <a:r>
              <a:rPr lang="zh-CN" altLang="en-US" sz="1200" dirty="0">
                <a:solidFill>
                  <a:srgbClr val="2400B0"/>
                </a:solidFill>
                <a:latin typeface="Microsoft YaHei" panose="020B0503020204020204" pitchFamily="34" charset="-122"/>
                <a:ea typeface="Microsoft YaHei" panose="020B0503020204020204" pitchFamily="34" charset="-122"/>
              </a:rPr>
              <a:t>的指摘</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、测试</a:t>
            </a:r>
            <a:r>
              <a:rPr lang="en-US" altLang="zh-CN" sz="1200" dirty="0">
                <a:solidFill>
                  <a:srgbClr val="2400B0"/>
                </a:solidFill>
                <a:latin typeface="Microsoft YaHei" panose="020B0503020204020204" pitchFamily="34" charset="-122"/>
                <a:ea typeface="Microsoft YaHei" panose="020B0503020204020204" pitchFamily="34" charset="-122"/>
              </a:rPr>
              <a:t>bug</a:t>
            </a:r>
            <a:r>
              <a:rPr lang="zh-CN" altLang="en-US" sz="1200" dirty="0">
                <a:solidFill>
                  <a:srgbClr val="2400B0"/>
                </a:solidFill>
                <a:latin typeface="Microsoft YaHei" panose="020B0503020204020204" pitchFamily="34" charset="-122"/>
                <a:ea typeface="Microsoft YaHei" panose="020B0503020204020204" pitchFamily="34" charset="-122"/>
              </a:rPr>
              <a:t>以及课题等，要一直跟踪到所有问题关闭。</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200" dirty="0">
                <a:solidFill>
                  <a:srgbClr val="2400B0"/>
                </a:solidFill>
                <a:latin typeface="Microsoft YaHei" panose="020B0503020204020204" pitchFamily="34" charset="-122"/>
                <a:ea typeface="Microsoft YaHei" panose="020B0503020204020204" pitchFamily="34" charset="-122"/>
              </a:rPr>
              <a:t>该过程有一个紧急机制，判断影响大且紧急的时候可以启动，但必须获得授权。</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SUP.10</a:t>
            </a:r>
            <a:r>
              <a:rPr lang="zh-CN" altLang="en-US" sz="1400" dirty="0">
                <a:solidFill>
                  <a:srgbClr val="2400B0"/>
                </a:solidFill>
                <a:latin typeface="Microsoft YaHei" panose="020B0503020204020204" pitchFamily="34" charset="-122"/>
                <a:ea typeface="Microsoft YaHei" panose="020B0503020204020204" pitchFamily="34" charset="-122"/>
              </a:rPr>
              <a:t>变更管理</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400" dirty="0">
                <a:solidFill>
                  <a:srgbClr val="2400B0"/>
                </a:solidFill>
                <a:latin typeface="Microsoft YaHei" panose="020B0503020204020204" pitchFamily="34" charset="-122"/>
                <a:ea typeface="Microsoft YaHei" panose="020B0503020204020204" pitchFamily="34" charset="-122"/>
              </a:rPr>
              <a:t>是支持</a:t>
            </a:r>
            <a:r>
              <a:rPr lang="en-US" altLang="zh-CN" sz="1400" dirty="0">
                <a:solidFill>
                  <a:srgbClr val="2400B0"/>
                </a:solidFill>
                <a:latin typeface="Microsoft YaHei" panose="020B0503020204020204" pitchFamily="34" charset="-122"/>
                <a:ea typeface="Microsoft YaHei" panose="020B0503020204020204" pitchFamily="34" charset="-122"/>
              </a:rPr>
              <a:t>&amp;</a:t>
            </a:r>
            <a:r>
              <a:rPr lang="zh-CN" altLang="en-US" sz="1400" dirty="0">
                <a:solidFill>
                  <a:srgbClr val="2400B0"/>
                </a:solidFill>
                <a:latin typeface="Microsoft YaHei" panose="020B0503020204020204" pitchFamily="34" charset="-122"/>
                <a:ea typeface="Microsoft YaHei" panose="020B0503020204020204" pitchFamily="34" charset="-122"/>
              </a:rPr>
              <a:t>管理过程里唯一要求可追溯的过程。</a:t>
            </a:r>
            <a:endParaRPr lang="en-US" altLang="ja-JP"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
        <p:nvSpPr>
          <p:cNvPr id="5" name="思考の吹き出し: 雲形 4">
            <a:extLst>
              <a:ext uri="{FF2B5EF4-FFF2-40B4-BE49-F238E27FC236}">
                <a16:creationId xmlns:a16="http://schemas.microsoft.com/office/drawing/2014/main" id="{ECB4A719-2B05-8881-9A49-6A3AF80BD4E2}"/>
              </a:ext>
            </a:extLst>
          </p:cNvPr>
          <p:cNvSpPr/>
          <p:nvPr/>
        </p:nvSpPr>
        <p:spPr>
          <a:xfrm>
            <a:off x="6733987" y="1896678"/>
            <a:ext cx="1382101" cy="722937"/>
          </a:xfrm>
          <a:prstGeom prst="cloudCallout">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你所在的项目配置管理如何做？</a:t>
            </a:r>
            <a:endParaRPr kumimoji="1" lang="en-US" altLang="zh-CN" sz="800" dirty="0">
              <a:solidFill>
                <a:schemeClr val="tx1"/>
              </a:solidFill>
              <a:latin typeface="Microsoft YaHei" panose="020B0503020204020204" pitchFamily="34" charset="-122"/>
              <a:ea typeface="Microsoft YaHei" panose="020B0503020204020204" pitchFamily="34" charset="-122"/>
            </a:endParaRPr>
          </a:p>
          <a:p>
            <a:r>
              <a:rPr kumimoji="1" lang="zh-CN" altLang="en-US" sz="800" dirty="0">
                <a:solidFill>
                  <a:schemeClr val="tx1"/>
                </a:solidFill>
                <a:latin typeface="Microsoft YaHei" panose="020B0503020204020204" pitchFamily="34" charset="-122"/>
                <a:ea typeface="Microsoft YaHei" panose="020B0503020204020204" pitchFamily="34" charset="-122"/>
              </a:rPr>
              <a:t>常见的问题有哪些？</a:t>
            </a:r>
            <a:endParaRPr kumimoji="1" lang="ja-JP" altLang="en-US" sz="800" dirty="0">
              <a:solidFill>
                <a:schemeClr val="tx1"/>
              </a:solidFill>
              <a:latin typeface="Microsoft YaHei" panose="020B0503020204020204" pitchFamily="34" charset="-122"/>
              <a:ea typeface="Microsoft YaHei" panose="020B0503020204020204" pitchFamily="34" charset="-122"/>
            </a:endParaRPr>
          </a:p>
        </p:txBody>
      </p:sp>
      <p:sp>
        <p:nvSpPr>
          <p:cNvPr id="6" name="雲 5">
            <a:extLst>
              <a:ext uri="{FF2B5EF4-FFF2-40B4-BE49-F238E27FC236}">
                <a16:creationId xmlns:a16="http://schemas.microsoft.com/office/drawing/2014/main" id="{887BC90D-CD62-1814-13BA-A774789D1087}"/>
              </a:ext>
            </a:extLst>
          </p:cNvPr>
          <p:cNvSpPr/>
          <p:nvPr/>
        </p:nvSpPr>
        <p:spPr>
          <a:xfrm>
            <a:off x="6104407" y="3386433"/>
            <a:ext cx="1551327"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900" dirty="0">
                <a:solidFill>
                  <a:schemeClr val="tx1"/>
                </a:solidFill>
                <a:latin typeface="Microsoft YaHei" panose="020B0503020204020204" pitchFamily="34" charset="-122"/>
                <a:ea typeface="Microsoft YaHei" panose="020B0503020204020204" pitchFamily="34" charset="-122"/>
              </a:rPr>
              <a:t>紧急对应后需要系统去分析解决。</a:t>
            </a:r>
            <a:endParaRPr kumimoji="1" lang="ja-JP" altLang="en-US" sz="900" dirty="0" err="1">
              <a:solidFill>
                <a:schemeClr val="tx1"/>
              </a:solidFill>
              <a:latin typeface="Microsoft YaHei" panose="020B0503020204020204" pitchFamily="34" charset="-122"/>
              <a:ea typeface="Microsoft YaHei" panose="020B0503020204020204" pitchFamily="34" charset="-122"/>
            </a:endParaRPr>
          </a:p>
        </p:txBody>
      </p:sp>
      <p:sp>
        <p:nvSpPr>
          <p:cNvPr id="7" name="雲 6">
            <a:extLst>
              <a:ext uri="{FF2B5EF4-FFF2-40B4-BE49-F238E27FC236}">
                <a16:creationId xmlns:a16="http://schemas.microsoft.com/office/drawing/2014/main" id="{DC43C594-74AC-81A5-7990-86F64BE0A063}"/>
              </a:ext>
            </a:extLst>
          </p:cNvPr>
          <p:cNvSpPr/>
          <p:nvPr/>
        </p:nvSpPr>
        <p:spPr>
          <a:xfrm>
            <a:off x="4402782" y="4100086"/>
            <a:ext cx="1551327"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900" dirty="0">
                <a:solidFill>
                  <a:schemeClr val="tx1"/>
                </a:solidFill>
                <a:latin typeface="Microsoft YaHei" panose="020B0503020204020204" pitchFamily="34" charset="-122"/>
                <a:ea typeface="Microsoft YaHei" panose="020B0503020204020204" pitchFamily="34" charset="-122"/>
              </a:rPr>
              <a:t>所在项目如何 做变更管理？</a:t>
            </a:r>
            <a:endParaRPr kumimoji="1" lang="ja-JP" altLang="en-US" sz="9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181140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257AF-167F-5B30-C51E-315D01FFBFB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E821C23-C9CE-0BD7-9754-543F41D9670E}"/>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CL1</a:t>
            </a:r>
            <a:r>
              <a:rPr lang="zh-CN" altLang="en-US" dirty="0">
                <a:latin typeface="微软雅黑" panose="020B0503020204020204" pitchFamily="34" charset="-122"/>
                <a:ea typeface="微软雅黑" panose="020B0503020204020204" pitchFamily="34" charset="-122"/>
              </a:rPr>
              <a:t>级</a:t>
            </a:r>
            <a:r>
              <a:rPr lang="en-US" altLang="zh-CN" dirty="0">
                <a:latin typeface="微软雅黑" panose="020B0503020204020204" pitchFamily="34" charset="-122"/>
                <a:ea typeface="微软雅黑" panose="020B0503020204020204" pitchFamily="34" charset="-122"/>
              </a:rPr>
              <a:t>(PA1.1)</a:t>
            </a:r>
            <a:r>
              <a:rPr lang="zh-CN" altLang="en-US" dirty="0">
                <a:latin typeface="微软雅黑" panose="020B0503020204020204" pitchFamily="34" charset="-122"/>
                <a:ea typeface="微软雅黑" panose="020B0503020204020204" pitchFamily="34" charset="-122"/>
              </a:rPr>
              <a:t>过程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5B1C90CE-2058-D773-171B-3FC615F16336}"/>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ACC87F5D-7F61-AB78-C6B3-B29CC24DAE15}"/>
              </a:ext>
            </a:extLst>
          </p:cNvPr>
          <p:cNvSpPr>
            <a:spLocks noGrp="1"/>
          </p:cNvSpPr>
          <p:nvPr>
            <p:ph type="sldNum" sz="quarter" idx="4"/>
          </p:nvPr>
        </p:nvSpPr>
        <p:spPr/>
        <p:txBody>
          <a:bodyPr/>
          <a:lstStyle/>
          <a:p>
            <a:fld id="{4D029D89-7B63-4C94-AD4D-2E4D6BB83637}" type="slidenum">
              <a:rPr kumimoji="1" lang="ja-JP" altLang="en-US" smtClean="0"/>
              <a:pPr/>
              <a:t>32</a:t>
            </a:fld>
            <a:endParaRPr kumimoji="1" lang="ja-JP" altLang="en-US"/>
          </a:p>
        </p:txBody>
      </p:sp>
      <p:sp>
        <p:nvSpPr>
          <p:cNvPr id="11" name="コンテンツ プレースホルダー 10">
            <a:extLst>
              <a:ext uri="{FF2B5EF4-FFF2-40B4-BE49-F238E27FC236}">
                <a16:creationId xmlns:a16="http://schemas.microsoft.com/office/drawing/2014/main" id="{148EAE16-FA5B-F56E-B2F0-592183D898F0}"/>
              </a:ext>
            </a:extLst>
          </p:cNvPr>
          <p:cNvSpPr>
            <a:spLocks noGrp="1"/>
          </p:cNvSpPr>
          <p:nvPr>
            <p:ph idx="1"/>
          </p:nvPr>
        </p:nvSpPr>
        <p:spPr>
          <a:xfrm>
            <a:off x="232200" y="750439"/>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支持和管理过程的一些注意点</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SUP</a:t>
            </a:r>
            <a:r>
              <a:rPr lang="en-US" altLang="ja-JP" sz="1400" dirty="0">
                <a:solidFill>
                  <a:srgbClr val="2400B0"/>
                </a:solidFill>
                <a:latin typeface="Microsoft YaHei" panose="020B0503020204020204" pitchFamily="34" charset="-122"/>
                <a:ea typeface="Microsoft YaHei" panose="020B0503020204020204" pitchFamily="34" charset="-122"/>
              </a:rPr>
              <a:t>.</a:t>
            </a:r>
            <a:r>
              <a:rPr lang="en-US" altLang="zh-CN" sz="1400" dirty="0">
                <a:solidFill>
                  <a:srgbClr val="2400B0"/>
                </a:solidFill>
                <a:latin typeface="Microsoft YaHei" panose="020B0503020204020204" pitchFamily="34" charset="-122"/>
                <a:ea typeface="Microsoft YaHei" panose="020B0503020204020204" pitchFamily="34" charset="-122"/>
              </a:rPr>
              <a:t>1</a:t>
            </a:r>
            <a:r>
              <a:rPr lang="en-US" altLang="ja-JP"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质量保证的类别</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预防型的和审计回顾型的。</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SUP</a:t>
            </a:r>
            <a:r>
              <a:rPr lang="en-US" altLang="ja-JP" sz="1400" dirty="0">
                <a:solidFill>
                  <a:srgbClr val="2400B0"/>
                </a:solidFill>
                <a:latin typeface="Microsoft YaHei" panose="020B0503020204020204" pitchFamily="34" charset="-122"/>
                <a:ea typeface="Microsoft YaHei" panose="020B0503020204020204" pitchFamily="34" charset="-122"/>
              </a:rPr>
              <a:t>.</a:t>
            </a:r>
            <a:r>
              <a:rPr lang="en-US" altLang="zh-CN" sz="1400" dirty="0">
                <a:solidFill>
                  <a:srgbClr val="2400B0"/>
                </a:solidFill>
                <a:latin typeface="Microsoft YaHei" panose="020B0503020204020204" pitchFamily="34" charset="-122"/>
                <a:ea typeface="Microsoft YaHei" panose="020B0503020204020204" pitchFamily="34" charset="-122"/>
              </a:rPr>
              <a:t>1</a:t>
            </a:r>
            <a:r>
              <a:rPr lang="en-US" altLang="ja-JP"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质量保证的独立性与客观性</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无利益冲突、预算独立、组织独立、评价独立、汇报独立。常见方式有：</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−内部团队（来自不同项目或团队</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部门的个人）</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−外部团队</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−内部异构团队（不同团队</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部门的内部代表混合）</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−外部异构团队（外部各方和内部不同团队</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部门代表的混合）</a:t>
            </a:r>
            <a:endParaRPr lang="en-US" altLang="ja-JP" sz="11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pic>
        <p:nvPicPr>
          <p:cNvPr id="6" name="図 5" descr="ダイアグラム&#10;&#10;AI 生成コンテンツは誤りを含む可能性があります。">
            <a:extLst>
              <a:ext uri="{FF2B5EF4-FFF2-40B4-BE49-F238E27FC236}">
                <a16:creationId xmlns:a16="http://schemas.microsoft.com/office/drawing/2014/main" id="{483D0C75-CB04-C2F3-806F-4B2023FD3F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4163" y="1200207"/>
            <a:ext cx="3854218" cy="1416234"/>
          </a:xfrm>
          <a:prstGeom prst="rect">
            <a:avLst/>
          </a:prstGeom>
        </p:spPr>
      </p:pic>
      <p:pic>
        <p:nvPicPr>
          <p:cNvPr id="7" name="図 6" descr="テキスト&#10;&#10;AI 生成コンテンツは誤りを含む可能性があります。">
            <a:extLst>
              <a:ext uri="{FF2B5EF4-FFF2-40B4-BE49-F238E27FC236}">
                <a16:creationId xmlns:a16="http://schemas.microsoft.com/office/drawing/2014/main" id="{27A945A0-3A06-FA02-B64D-FD723202197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4849" y="2999158"/>
            <a:ext cx="3484857" cy="944135"/>
          </a:xfrm>
          <a:prstGeom prst="rect">
            <a:avLst/>
          </a:prstGeom>
        </p:spPr>
      </p:pic>
      <p:pic>
        <p:nvPicPr>
          <p:cNvPr id="9" name="図 8" descr="グラフィカル ユーザー インターフェイス, テキスト&#10;&#10;AI 生成コンテンツは誤りを含む可能性があります。">
            <a:extLst>
              <a:ext uri="{FF2B5EF4-FFF2-40B4-BE49-F238E27FC236}">
                <a16:creationId xmlns:a16="http://schemas.microsoft.com/office/drawing/2014/main" id="{A884AD68-86A4-9F42-A8E3-5C45FBA8D1B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38248" y="3773416"/>
            <a:ext cx="2819125" cy="662218"/>
          </a:xfrm>
          <a:prstGeom prst="rect">
            <a:avLst/>
          </a:prstGeom>
        </p:spPr>
      </p:pic>
      <p:sp>
        <p:nvSpPr>
          <p:cNvPr id="13" name="思考の吹き出し: 雲形 12">
            <a:extLst>
              <a:ext uri="{FF2B5EF4-FFF2-40B4-BE49-F238E27FC236}">
                <a16:creationId xmlns:a16="http://schemas.microsoft.com/office/drawing/2014/main" id="{97D2359D-7F6F-9AF9-AFC9-6ECF43FE2788}"/>
              </a:ext>
            </a:extLst>
          </p:cNvPr>
          <p:cNvSpPr/>
          <p:nvPr/>
        </p:nvSpPr>
        <p:spPr>
          <a:xfrm>
            <a:off x="6648381" y="958648"/>
            <a:ext cx="2370178" cy="1076271"/>
          </a:xfrm>
          <a:prstGeom prst="cloudCallout">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1.FNST QA</a:t>
            </a:r>
            <a:r>
              <a:rPr lang="zh-CN" altLang="en-US" sz="800" b="1" dirty="0">
                <a:solidFill>
                  <a:schemeClr val="bg1"/>
                </a:solidFill>
                <a:latin typeface="微软雅黑" panose="020B0503020204020204" pitchFamily="34" charset="-122"/>
                <a:ea typeface="微软雅黑" panose="020B0503020204020204" pitchFamily="34" charset="-122"/>
              </a:rPr>
              <a:t>属于哪种类型</a:t>
            </a:r>
            <a:r>
              <a:rPr lang="en-US" altLang="zh-CN" sz="800" b="1" dirty="0">
                <a:solidFill>
                  <a:schemeClr val="bg1"/>
                </a:solidFill>
                <a:latin typeface="微软雅黑" panose="020B0503020204020204" pitchFamily="34" charset="-122"/>
                <a:ea typeface="微软雅黑" panose="020B0503020204020204" pitchFamily="34" charset="-122"/>
              </a:rPr>
              <a:t>?</a:t>
            </a:r>
          </a:p>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2.</a:t>
            </a:r>
            <a:r>
              <a:rPr lang="zh-CN" altLang="en-US" sz="800" b="1" dirty="0">
                <a:solidFill>
                  <a:schemeClr val="bg1"/>
                </a:solidFill>
                <a:latin typeface="微软雅黑" panose="020B0503020204020204" pitchFamily="34" charset="-122"/>
                <a:ea typeface="微软雅黑" panose="020B0503020204020204" pitchFamily="34" charset="-122"/>
              </a:rPr>
              <a:t>一般地</a:t>
            </a:r>
            <a:r>
              <a:rPr lang="en-US" altLang="zh-CN" sz="800" b="1" dirty="0">
                <a:solidFill>
                  <a:schemeClr val="bg1"/>
                </a:solidFill>
                <a:latin typeface="微软雅黑" panose="020B0503020204020204" pitchFamily="34" charset="-122"/>
                <a:ea typeface="微软雅黑" panose="020B0503020204020204" pitchFamily="34" charset="-122"/>
              </a:rPr>
              <a:t>QA</a:t>
            </a:r>
            <a:r>
              <a:rPr lang="zh-CN" altLang="en-US" sz="800" b="1" dirty="0">
                <a:solidFill>
                  <a:schemeClr val="bg1"/>
                </a:solidFill>
                <a:latin typeface="微软雅黑" panose="020B0503020204020204" pitchFamily="34" charset="-122"/>
                <a:ea typeface="微软雅黑" panose="020B0503020204020204" pitchFamily="34" charset="-122"/>
              </a:rPr>
              <a:t>和开发的人员的配比是多少比较合适？</a:t>
            </a:r>
            <a:endParaRPr lang="en-US" altLang="zh-CN" sz="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26778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7720F-2256-BA63-1153-B946EBF0B0A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44A639A-41A4-C2F8-4FAF-EBCF5780FADA}"/>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CL2(PA2.1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PA2.2)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425150B4-07D3-3860-3705-BED54D89DF32}"/>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BBF259FE-E9DB-C127-6BE7-4988AA9033C8}"/>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33</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7D9257BF-C5C6-9574-9BD4-F86A230BBAFA}"/>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过程描述模板</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graphicFrame>
        <p:nvGraphicFramePr>
          <p:cNvPr id="5" name="表 4">
            <a:extLst>
              <a:ext uri="{FF2B5EF4-FFF2-40B4-BE49-F238E27FC236}">
                <a16:creationId xmlns:a16="http://schemas.microsoft.com/office/drawing/2014/main" id="{367881A7-0055-A599-1D1F-F11F6427EAF7}"/>
              </a:ext>
            </a:extLst>
          </p:cNvPr>
          <p:cNvGraphicFramePr>
            <a:graphicFrameLocks noGrp="1"/>
          </p:cNvGraphicFramePr>
          <p:nvPr>
            <p:extLst>
              <p:ext uri="{D42A27DB-BD31-4B8C-83A1-F6EECF244321}">
                <p14:modId xmlns:p14="http://schemas.microsoft.com/office/powerpoint/2010/main" val="2811790551"/>
              </p:ext>
            </p:extLst>
          </p:nvPr>
        </p:nvGraphicFramePr>
        <p:xfrm>
          <a:off x="652955" y="1223522"/>
          <a:ext cx="6096000" cy="3312160"/>
        </p:xfrm>
        <a:graphic>
          <a:graphicData uri="http://schemas.openxmlformats.org/drawingml/2006/table">
            <a:tbl>
              <a:tblPr firstRow="1" bandRow="1">
                <a:tableStyleId>{C4B1156A-380E-4F78-BDF5-A606A8083BF9}</a:tableStyleId>
              </a:tblPr>
              <a:tblGrid>
                <a:gridCol w="1381247">
                  <a:extLst>
                    <a:ext uri="{9D8B030D-6E8A-4147-A177-3AD203B41FA5}">
                      <a16:colId xmlns:a16="http://schemas.microsoft.com/office/drawing/2014/main" val="2515361088"/>
                    </a:ext>
                  </a:extLst>
                </a:gridCol>
                <a:gridCol w="1255667">
                  <a:extLst>
                    <a:ext uri="{9D8B030D-6E8A-4147-A177-3AD203B41FA5}">
                      <a16:colId xmlns:a16="http://schemas.microsoft.com/office/drawing/2014/main" val="2844542742"/>
                    </a:ext>
                  </a:extLst>
                </a:gridCol>
                <a:gridCol w="3459086">
                  <a:extLst>
                    <a:ext uri="{9D8B030D-6E8A-4147-A177-3AD203B41FA5}">
                      <a16:colId xmlns:a16="http://schemas.microsoft.com/office/drawing/2014/main" val="924176660"/>
                    </a:ext>
                  </a:extLst>
                </a:gridCol>
              </a:tblGrid>
              <a:tr h="370840">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过程能力等级</a:t>
                      </a:r>
                      <a:r>
                        <a:rPr kumimoji="1" lang="zh-CN" altLang="en-US" sz="1350" b="0" u="none" strike="noStrike" kern="1200" baseline="0" dirty="0">
                          <a:solidFill>
                            <a:schemeClr val="tx1"/>
                          </a:solidFill>
                          <a:latin typeface="Microsoft YaHei" panose="020B0503020204020204" pitchFamily="34" charset="-122"/>
                          <a:ea typeface="Microsoft YaHei" panose="020B0503020204020204" pitchFamily="34" charset="-122"/>
                        </a:rPr>
                        <a:t>	</a:t>
                      </a:r>
                      <a:endParaRPr kumimoji="1" lang="zh-CN" altLang="en-US" sz="135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r>
                        <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 </a:t>
                      </a:r>
                    </a:p>
                  </a:txBody>
                  <a:tcPr/>
                </a:tc>
                <a:tc rowSpan="4">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每个过程属性都有唯一的标识符和名称。提供过程属性范围说明，并定义过程成就。</a:t>
                      </a:r>
                    </a:p>
                  </a:txBody>
                  <a:tcPr/>
                </a:tc>
                <a:extLst>
                  <a:ext uri="{0D108BD9-81ED-4DB2-BD59-A6C34878D82A}">
                    <a16:rowId xmlns:a16="http://schemas.microsoft.com/office/drawing/2014/main" val="111276591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过程属性名称</a:t>
                      </a:r>
                    </a:p>
                  </a:txBody>
                  <a:tcPr/>
                </a:tc>
                <a:tc vMerge="1">
                  <a:txBody>
                    <a:bodyPr/>
                    <a:lstStyle/>
                    <a:p>
                      <a:endParaRPr kumimoji="1" lang="ja-JP" altLang="en-US" dirty="0"/>
                    </a:p>
                  </a:txBody>
                  <a:tcPr/>
                </a:tc>
                <a:extLst>
                  <a:ext uri="{0D108BD9-81ED-4DB2-BD59-A6C34878D82A}">
                    <a16:rowId xmlns:a16="http://schemas.microsoft.com/office/drawing/2014/main" val="365921015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过程属性范围</a:t>
                      </a:r>
                    </a:p>
                  </a:txBody>
                  <a:tcPr/>
                </a:tc>
                <a:tc vMerge="1">
                  <a:txBody>
                    <a:bodyPr/>
                    <a:lstStyle/>
                    <a:p>
                      <a:endParaRPr kumimoji="1" lang="ja-JP" altLang="en-US" dirty="0"/>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过程</a:t>
                      </a:r>
                      <a:r>
                        <a:rPr kumimoji="1" lang="zh-CN"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成就</a:t>
                      </a:r>
                      <a:r>
                        <a:rPr kumimoji="1" lang="ja-JP" altLang="en-US" sz="1350" b="0" u="none" strike="noStrike" kern="1200" baseline="0" dirty="0">
                          <a:solidFill>
                            <a:schemeClr val="dk1"/>
                          </a:solidFill>
                          <a:latin typeface="Microsoft YaHei" panose="020B0503020204020204" pitchFamily="34" charset="-122"/>
                          <a:ea typeface="Microsoft YaHei" panose="020B0503020204020204" pitchFamily="34" charset="-122"/>
                        </a:rPr>
                        <a:t> </a:t>
                      </a:r>
                      <a:endPar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vMerge="1">
                  <a:txBody>
                    <a:bodyPr/>
                    <a:lstStyle/>
                    <a:p>
                      <a:endParaRPr kumimoji="1" lang="ja-JP" altLang="en-US" dirty="0"/>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endPar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实施指标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GP(General</a:t>
                      </a:r>
                      <a:r>
                        <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Practice</a:t>
                      </a:r>
                      <a:r>
                        <a:rPr kumimoji="1" lang="en-US" altLang="zh-CN"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p>
                    <a:p>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过程属性的一组通用实践，定义了为完成过程属性范围和实现过程成就而要开展的活动。</a:t>
                      </a:r>
                    </a:p>
                    <a:p>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通用实践标题在过程结束时进行汇总，以显示其与过程属性成就之间的关系。	</a:t>
                      </a:r>
                    </a:p>
                  </a:txBody>
                  <a:tcPr/>
                </a:tc>
                <a:extLst>
                  <a:ext uri="{0D108BD9-81ED-4DB2-BD59-A6C34878D82A}">
                    <a16:rowId xmlns:a16="http://schemas.microsoft.com/office/drawing/2014/main" val="2847911831"/>
                  </a:ext>
                </a:extLst>
              </a:tr>
              <a:tr h="37084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35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与完成过程属性范围和实现过程成就相关的输出信息项汇总在过程属性部分的末尾，以展示它们与过程成就的关系。	</a:t>
                      </a:r>
                    </a:p>
                  </a:txBody>
                  <a:tcPr/>
                </a:tc>
                <a:extLst>
                  <a:ext uri="{0D108BD9-81ED-4DB2-BD59-A6C34878D82A}">
                    <a16:rowId xmlns:a16="http://schemas.microsoft.com/office/drawing/2014/main" val="2088567643"/>
                  </a:ext>
                </a:extLst>
              </a:tr>
            </a:tbl>
          </a:graphicData>
        </a:graphic>
      </p:graphicFrame>
      <p:sp>
        <p:nvSpPr>
          <p:cNvPr id="6" name="テキスト ボックス 5">
            <a:extLst>
              <a:ext uri="{FF2B5EF4-FFF2-40B4-BE49-F238E27FC236}">
                <a16:creationId xmlns:a16="http://schemas.microsoft.com/office/drawing/2014/main" id="{776E426A-B322-7DA3-DDE4-69870C3E0408}"/>
              </a:ext>
            </a:extLst>
          </p:cNvPr>
          <p:cNvSpPr txBox="1"/>
          <p:nvPr/>
        </p:nvSpPr>
        <p:spPr>
          <a:xfrm>
            <a:off x="6887667" y="1878547"/>
            <a:ext cx="1831975" cy="688913"/>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200" b="1" dirty="0">
                <a:solidFill>
                  <a:schemeClr val="bg1"/>
                </a:solidFill>
                <a:latin typeface="微软雅黑" panose="020B0503020204020204" pitchFamily="34" charset="-122"/>
                <a:ea typeface="微软雅黑" panose="020B0503020204020204" pitchFamily="34" charset="-122"/>
              </a:rPr>
              <a:t>对前述所有过程及其工作产品的管理。</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2404488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83F03-B16D-23F6-1492-86A4453F5C5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FB8BA959-5603-E75A-1E64-C47864DEEE7F}"/>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CL2(PA2.1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PA2.2)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1B48A96C-C133-9B00-BBFC-2F4202273CDC}"/>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F4CDBF45-B3C1-E43C-A5FC-D3941BEB7C5D}"/>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34</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93B5D06B-9AE2-4CF8-3502-398C8E3828FD}"/>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PA2.1</a:t>
            </a: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graphicFrame>
        <p:nvGraphicFramePr>
          <p:cNvPr id="5" name="表 4">
            <a:extLst>
              <a:ext uri="{FF2B5EF4-FFF2-40B4-BE49-F238E27FC236}">
                <a16:creationId xmlns:a16="http://schemas.microsoft.com/office/drawing/2014/main" id="{5B1BB4EE-0A0F-32DC-D3AE-C4318D16F736}"/>
              </a:ext>
            </a:extLst>
          </p:cNvPr>
          <p:cNvGraphicFramePr>
            <a:graphicFrameLocks noGrp="1"/>
          </p:cNvGraphicFramePr>
          <p:nvPr>
            <p:extLst>
              <p:ext uri="{D42A27DB-BD31-4B8C-83A1-F6EECF244321}">
                <p14:modId xmlns:p14="http://schemas.microsoft.com/office/powerpoint/2010/main" val="3991762848"/>
              </p:ext>
            </p:extLst>
          </p:nvPr>
        </p:nvGraphicFramePr>
        <p:xfrm>
          <a:off x="1304005" y="1047985"/>
          <a:ext cx="7046245" cy="3596640"/>
        </p:xfrm>
        <a:graphic>
          <a:graphicData uri="http://schemas.openxmlformats.org/drawingml/2006/table">
            <a:tbl>
              <a:tblPr firstRow="1" bandRow="1">
                <a:tableStyleId>{C4B1156A-380E-4F78-BDF5-A606A8083BF9}</a:tableStyleId>
              </a:tblPr>
              <a:tblGrid>
                <a:gridCol w="1075878">
                  <a:extLst>
                    <a:ext uri="{9D8B030D-6E8A-4147-A177-3AD203B41FA5}">
                      <a16:colId xmlns:a16="http://schemas.microsoft.com/office/drawing/2014/main" val="2515361088"/>
                    </a:ext>
                  </a:extLst>
                </a:gridCol>
                <a:gridCol w="1014891">
                  <a:extLst>
                    <a:ext uri="{9D8B030D-6E8A-4147-A177-3AD203B41FA5}">
                      <a16:colId xmlns:a16="http://schemas.microsoft.com/office/drawing/2014/main" val="2844542742"/>
                    </a:ext>
                  </a:extLst>
                </a:gridCol>
                <a:gridCol w="4955476">
                  <a:extLst>
                    <a:ext uri="{9D8B030D-6E8A-4147-A177-3AD203B41FA5}">
                      <a16:colId xmlns:a16="http://schemas.microsoft.com/office/drawing/2014/main" val="924176660"/>
                    </a:ext>
                  </a:extLst>
                </a:gridCol>
              </a:tblGrid>
              <a:tr h="153349">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过程能力等级</a:t>
                      </a:r>
                      <a:r>
                        <a:rPr kumimoji="1" lang="zh-CN" altLang="en-US" sz="1000" b="0" u="none" strike="noStrike" kern="1200" baseline="0" dirty="0">
                          <a:solidFill>
                            <a:schemeClr val="tx1"/>
                          </a:solidFill>
                          <a:latin typeface="Microsoft YaHei" panose="020B0503020204020204" pitchFamily="34" charset="-122"/>
                          <a:ea typeface="Microsoft YaHei" panose="020B0503020204020204" pitchFamily="34" charset="-122"/>
                        </a:rPr>
                        <a:t>	</a:t>
                      </a:r>
                      <a:endParaRPr kumimoji="1" lang="zh-CN" altLang="en-US" sz="10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PA 2.1 	</a:t>
                      </a:r>
                    </a:p>
                  </a:txBody>
                  <a:tcPr/>
                </a:tc>
                <a:extLst>
                  <a:ext uri="{0D108BD9-81ED-4DB2-BD59-A6C34878D82A}">
                    <a16:rowId xmlns:a16="http://schemas.microsoft.com/office/drawing/2014/main" val="1112765915"/>
                  </a:ext>
                </a:extLst>
              </a:tr>
              <a:tr h="182559">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过程属性名称</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过程实施管理</a:t>
                      </a:r>
                    </a:p>
                  </a:txBody>
                  <a:tcPr/>
                </a:tc>
                <a:extLst>
                  <a:ext uri="{0D108BD9-81ED-4DB2-BD59-A6C34878D82A}">
                    <a16:rowId xmlns:a16="http://schemas.microsoft.com/office/drawing/2014/main" val="3659210155"/>
                  </a:ext>
                </a:extLst>
              </a:tr>
              <a:tr h="183194">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过程属性范围</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对过程实施管理程度的衡量。</a:t>
                      </a:r>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过程</a:t>
                      </a:r>
                      <a:r>
                        <a:rPr kumimoji="1" lang="zh-CN"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成就</a:t>
                      </a:r>
                      <a:r>
                        <a:rPr kumimoji="1" lang="ja-JP"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 </a:t>
                      </a:r>
                      <a:endPar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根据确定的目标制定过程实施战略。</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对过程实施进行规划。</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对过程实施进行监控和调整，以满足规划要求。</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确定人力资源需求，包括执行过程的责任和权限。</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5)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确定对物质和材料资源的需求。</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6)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执行过程的人员做好履行职责的准备。</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7)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确定、提供、分配和使用执行过程所需的物质和材料资源。</a:t>
                      </a:r>
                      <a:endPar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8)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对有关各方之间的接口进行管理，以确保有效沟通和责任分配。</a:t>
                      </a:r>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endPar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实施指标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 </a:t>
                      </a:r>
                    </a:p>
                  </a:txBody>
                  <a:tcPr/>
                </a:tc>
                <a:tc>
                  <a:txBody>
                    <a:bodyPr/>
                    <a:lstStyle/>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2.1.1</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：确定目标并制定过程实施策略</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2.1.2</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：规划过程实施</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2.1.3</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：确定资源需求</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2.1.4</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：识别并提供资源</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2.1.5</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：监控和调整过程实施</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2.1.6</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：管理参与方之间的接口	</a:t>
                      </a:r>
                    </a:p>
                  </a:txBody>
                  <a:tcPr/>
                </a:tc>
                <a:extLst>
                  <a:ext uri="{0D108BD9-81ED-4DB2-BD59-A6C34878D82A}">
                    <a16:rowId xmlns:a16="http://schemas.microsoft.com/office/drawing/2014/main" val="2847911831"/>
                  </a:ext>
                </a:extLst>
              </a:tr>
              <a:tr h="37084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19-01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过程实施战略、</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18-58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过程实施目标、</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14-10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工作包、</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08-56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时间表、</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13-14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进度状态、</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17-55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资源需求、</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08-61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资源分配、</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08-62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通信矩阵、</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13-52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沟通证据	</a:t>
                      </a:r>
                    </a:p>
                  </a:txBody>
                  <a:tcPr/>
                </a:tc>
                <a:extLst>
                  <a:ext uri="{0D108BD9-81ED-4DB2-BD59-A6C34878D82A}">
                    <a16:rowId xmlns:a16="http://schemas.microsoft.com/office/drawing/2014/main" val="2088567643"/>
                  </a:ext>
                </a:extLst>
              </a:tr>
            </a:tbl>
          </a:graphicData>
        </a:graphic>
      </p:graphicFrame>
      <p:sp>
        <p:nvSpPr>
          <p:cNvPr id="6" name="雲 5">
            <a:extLst>
              <a:ext uri="{FF2B5EF4-FFF2-40B4-BE49-F238E27FC236}">
                <a16:creationId xmlns:a16="http://schemas.microsoft.com/office/drawing/2014/main" id="{1B43ED71-BDFF-1969-20EE-AE7D30DBFB5C}"/>
              </a:ext>
            </a:extLst>
          </p:cNvPr>
          <p:cNvSpPr/>
          <p:nvPr/>
        </p:nvSpPr>
        <p:spPr>
          <a:xfrm>
            <a:off x="6388187" y="3276074"/>
            <a:ext cx="1191874"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latin typeface="Microsoft YaHei" panose="020B0503020204020204" pitchFamily="34" charset="-122"/>
                <a:ea typeface="Microsoft YaHei" panose="020B0503020204020204" pitchFamily="34" charset="-122"/>
              </a:rPr>
              <a:t>所在项目如何落实？</a:t>
            </a:r>
            <a:endParaRPr kumimoji="1" lang="ja-JP" altLang="en-US" sz="11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48562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B4D2D-D227-E8CC-304B-71A0916B9E6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A556981-627B-2694-7070-77C2B5727B45}"/>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CL2(PA2.1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PA2.2)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E6779E39-DA76-3F85-85E7-C3B2CE40D32B}"/>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07619D92-F50B-57F9-F33D-F6DD8EB86CD7}"/>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35</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A0E7B88A-D1B0-63FE-49E2-BF64A329F258}"/>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PA2.1</a:t>
            </a:r>
            <a:r>
              <a:rPr lang="zh-CN" altLang="en-US" dirty="0">
                <a:solidFill>
                  <a:srgbClr val="2400B0"/>
                </a:solidFill>
                <a:latin typeface="Microsoft YaHei" panose="020B0503020204020204" pitchFamily="34" charset="-122"/>
                <a:ea typeface="Microsoft YaHei" panose="020B0503020204020204" pitchFamily="34" charset="-122"/>
              </a:rPr>
              <a:t>例子</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r>
              <a:rPr lang="en-US" altLang="zh-CN" sz="1100" dirty="0">
                <a:solidFill>
                  <a:srgbClr val="2400B0"/>
                </a:solidFill>
                <a:latin typeface="Microsoft YaHei" panose="020B0503020204020204" pitchFamily="34" charset="-122"/>
                <a:ea typeface="Microsoft YaHei" panose="020B0503020204020204" pitchFamily="34" charset="-122"/>
              </a:rPr>
              <a:t>    PA2.1</a:t>
            </a:r>
            <a:r>
              <a:rPr lang="zh-CN" altLang="en-US" sz="1100" dirty="0">
                <a:solidFill>
                  <a:srgbClr val="2400B0"/>
                </a:solidFill>
                <a:latin typeface="Microsoft YaHei" panose="020B0503020204020204" pitchFamily="34" charset="-122"/>
                <a:ea typeface="Microsoft YaHei" panose="020B0503020204020204" pitchFamily="34" charset="-122"/>
              </a:rPr>
              <a:t>与</a:t>
            </a:r>
            <a:r>
              <a:rPr lang="en-US" altLang="zh-CN" sz="1100" dirty="0">
                <a:solidFill>
                  <a:srgbClr val="2400B0"/>
                </a:solidFill>
                <a:latin typeface="Microsoft YaHei" panose="020B0503020204020204" pitchFamily="34" charset="-122"/>
                <a:ea typeface="Microsoft YaHei" panose="020B0503020204020204" pitchFamily="34" charset="-122"/>
              </a:rPr>
              <a:t>MAN.3 </a:t>
            </a:r>
            <a:r>
              <a:rPr lang="zh-CN" altLang="en-US" sz="1100" dirty="0">
                <a:solidFill>
                  <a:srgbClr val="2400B0"/>
                </a:solidFill>
                <a:latin typeface="Microsoft YaHei" panose="020B0503020204020204" pitchFamily="34" charset="-122"/>
                <a:ea typeface="Microsoft YaHei" panose="020B0503020204020204" pitchFamily="34" charset="-122"/>
              </a:rPr>
              <a:t>项目管理有部分重合，但</a:t>
            </a:r>
            <a:r>
              <a:rPr lang="en-US" altLang="zh-CN" sz="1100" dirty="0">
                <a:solidFill>
                  <a:srgbClr val="2400B0"/>
                </a:solidFill>
                <a:latin typeface="Microsoft YaHei" panose="020B0503020204020204" pitchFamily="34" charset="-122"/>
                <a:ea typeface="Microsoft YaHei" panose="020B0503020204020204" pitchFamily="34" charset="-122"/>
              </a:rPr>
              <a:t>MAN.3</a:t>
            </a:r>
            <a:r>
              <a:rPr lang="zh-CN" altLang="en-US" sz="1100" dirty="0">
                <a:solidFill>
                  <a:srgbClr val="2400B0"/>
                </a:solidFill>
                <a:latin typeface="Microsoft YaHei" panose="020B0503020204020204" pitchFamily="34" charset="-122"/>
                <a:ea typeface="Microsoft YaHei" panose="020B0503020204020204" pitchFamily="34" charset="-122"/>
              </a:rPr>
              <a:t>针对整个项目，</a:t>
            </a:r>
            <a:r>
              <a:rPr lang="en-US" altLang="zh-CN" sz="1100" dirty="0">
                <a:solidFill>
                  <a:srgbClr val="2400B0"/>
                </a:solidFill>
                <a:latin typeface="Microsoft YaHei" panose="020B0503020204020204" pitchFamily="34" charset="-122"/>
                <a:ea typeface="Microsoft YaHei" panose="020B0503020204020204" pitchFamily="34" charset="-122"/>
              </a:rPr>
              <a:t>PA2.1</a:t>
            </a:r>
            <a:r>
              <a:rPr lang="zh-CN" altLang="en-US" sz="1100" dirty="0">
                <a:solidFill>
                  <a:srgbClr val="2400B0"/>
                </a:solidFill>
                <a:latin typeface="Microsoft YaHei" panose="020B0503020204020204" pitchFamily="34" charset="-122"/>
                <a:ea typeface="Microsoft YaHei" panose="020B0503020204020204" pitchFamily="34" charset="-122"/>
              </a:rPr>
              <a:t>针对某个过程。</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2.1.1</a:t>
            </a:r>
            <a:r>
              <a:rPr lang="zh-CN" altLang="en-US" sz="1100" dirty="0">
                <a:solidFill>
                  <a:srgbClr val="2400B0"/>
                </a:solidFill>
                <a:latin typeface="Microsoft YaHei" panose="020B0503020204020204" pitchFamily="34" charset="-122"/>
                <a:ea typeface="Microsoft YaHei" panose="020B0503020204020204" pitchFamily="34" charset="-122"/>
              </a:rPr>
              <a:t>：确定目标并制定过程实施战略</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项目中，开发计划包含目标</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如详细设计的进度目标</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、策略</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如开发指南</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以及各个过程的定义等。</a:t>
            </a: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2.1.2</a:t>
            </a:r>
            <a:r>
              <a:rPr lang="zh-CN" altLang="en-US" sz="1100" dirty="0">
                <a:solidFill>
                  <a:srgbClr val="2400B0"/>
                </a:solidFill>
                <a:latin typeface="Microsoft YaHei" panose="020B0503020204020204" pitchFamily="34" charset="-122"/>
                <a:ea typeface="Microsoft YaHei" panose="020B0503020204020204" pitchFamily="34" charset="-122"/>
              </a:rPr>
              <a:t>：规划过程实施</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项目，各个过程的计划包含在进度计划中</a:t>
            </a: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2.1.3</a:t>
            </a:r>
            <a:r>
              <a:rPr lang="zh-CN" altLang="en-US" sz="1100" dirty="0">
                <a:solidFill>
                  <a:srgbClr val="2400B0"/>
                </a:solidFill>
                <a:latin typeface="Microsoft YaHei" panose="020B0503020204020204" pitchFamily="34" charset="-122"/>
                <a:ea typeface="Microsoft YaHei" panose="020B0503020204020204" pitchFamily="34" charset="-122"/>
              </a:rPr>
              <a:t>：确定资源需求</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项目中，各个过程的资源需求在见积阶段以及计划阶段会提出</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如需要的人员资格等级、测试设备等</a:t>
            </a:r>
            <a:r>
              <a:rPr lang="en-US" altLang="zh-CN" sz="1000" dirty="0">
                <a:solidFill>
                  <a:srgbClr val="2400B0"/>
                </a:solidFill>
                <a:latin typeface="Microsoft YaHei" panose="020B0503020204020204" pitchFamily="34" charset="-122"/>
                <a:ea typeface="Microsoft YaHei" panose="020B0503020204020204" pitchFamily="34" charset="-122"/>
              </a:rPr>
              <a:t>)</a:t>
            </a:r>
            <a:r>
              <a:rPr lang="zh-CN" altLang="en-US" sz="1000" dirty="0">
                <a:solidFill>
                  <a:srgbClr val="2400B0"/>
                </a:solidFill>
                <a:latin typeface="Microsoft YaHei" panose="020B0503020204020204" pitchFamily="34" charset="-122"/>
                <a:ea typeface="Microsoft YaHei" panose="020B0503020204020204" pitchFamily="34" charset="-122"/>
              </a:rPr>
              <a:t>，</a:t>
            </a:r>
            <a:endParaRPr lang="en-US" altLang="zh-CN" sz="10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000" dirty="0">
                <a:solidFill>
                  <a:srgbClr val="2400B0"/>
                </a:solidFill>
                <a:latin typeface="Microsoft YaHei" panose="020B0503020204020204" pitchFamily="34" charset="-122"/>
                <a:ea typeface="Microsoft YaHei" panose="020B0503020204020204" pitchFamily="34" charset="-122"/>
              </a:rPr>
              <a:t>作业前期阶段会判断购买设备还是客户提供，有的项目会在进度表中描述。</a:t>
            </a: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2.1.4</a:t>
            </a:r>
            <a:r>
              <a:rPr lang="zh-CN" altLang="en-US" sz="1100" dirty="0">
                <a:solidFill>
                  <a:srgbClr val="2400B0"/>
                </a:solidFill>
                <a:latin typeface="Microsoft YaHei" panose="020B0503020204020204" pitchFamily="34" charset="-122"/>
                <a:ea typeface="Microsoft YaHei" panose="020B0503020204020204" pitchFamily="34" charset="-122"/>
              </a:rPr>
              <a:t>：识别并提供资源</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项目中，人员分配在人员管理表中，对应的开发人员、评审人员会写在进度表中，</a:t>
            </a:r>
            <a:endParaRPr lang="en-US" altLang="zh-CN" sz="10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000" dirty="0">
                <a:solidFill>
                  <a:srgbClr val="2400B0"/>
                </a:solidFill>
                <a:latin typeface="Microsoft YaHei" panose="020B0503020204020204" pitchFamily="34" charset="-122"/>
                <a:ea typeface="Microsoft YaHei" panose="020B0503020204020204" pitchFamily="34" charset="-122"/>
              </a:rPr>
              <a:t>设备可从设备管理表中申请。</a:t>
            </a: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2.1.5</a:t>
            </a:r>
            <a:r>
              <a:rPr lang="zh-CN" altLang="en-US" sz="1100" dirty="0">
                <a:solidFill>
                  <a:srgbClr val="2400B0"/>
                </a:solidFill>
                <a:latin typeface="Microsoft YaHei" panose="020B0503020204020204" pitchFamily="34" charset="-122"/>
                <a:ea typeface="Microsoft YaHei" panose="020B0503020204020204" pitchFamily="34" charset="-122"/>
              </a:rPr>
              <a:t>：监控和调整过程实施</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项目通过各种会议，如晨会、定例会等监控并适当实施调整，有的组用</a:t>
            </a:r>
            <a:r>
              <a:rPr lang="en-US" altLang="zh-CN" sz="1000" dirty="0" err="1">
                <a:solidFill>
                  <a:srgbClr val="2400B0"/>
                </a:solidFill>
                <a:latin typeface="Microsoft YaHei" panose="020B0503020204020204" pitchFamily="34" charset="-122"/>
                <a:ea typeface="Microsoft YaHei" panose="020B0503020204020204" pitchFamily="34" charset="-122"/>
              </a:rPr>
              <a:t>redmine</a:t>
            </a:r>
            <a:r>
              <a:rPr lang="zh-CN" altLang="en-US" sz="1000" dirty="0">
                <a:solidFill>
                  <a:srgbClr val="2400B0"/>
                </a:solidFill>
                <a:latin typeface="Microsoft YaHei" panose="020B0503020204020204" pitchFamily="34" charset="-122"/>
                <a:ea typeface="Microsoft YaHei" panose="020B0503020204020204" pitchFamily="34" charset="-122"/>
              </a:rPr>
              <a:t>管理，有的用</a:t>
            </a:r>
            <a:r>
              <a:rPr lang="en-US" altLang="zh-CN" sz="1000" dirty="0">
                <a:solidFill>
                  <a:srgbClr val="2400B0"/>
                </a:solidFill>
                <a:latin typeface="Microsoft YaHei" panose="020B0503020204020204" pitchFamily="34" charset="-122"/>
                <a:ea typeface="Microsoft YaHei" panose="020B0503020204020204" pitchFamily="34" charset="-122"/>
              </a:rPr>
              <a:t>excel</a:t>
            </a:r>
            <a:r>
              <a:rPr lang="zh-CN" altLang="en-US" sz="1000" dirty="0">
                <a:solidFill>
                  <a:srgbClr val="2400B0"/>
                </a:solidFill>
                <a:latin typeface="Microsoft YaHei" panose="020B0503020204020204" pitchFamily="34" charset="-122"/>
                <a:ea typeface="Microsoft YaHei" panose="020B0503020204020204" pitchFamily="34" charset="-122"/>
              </a:rPr>
              <a:t>管理。</a:t>
            </a:r>
          </a:p>
          <a:p>
            <a:pPr lvl="1">
              <a:lnSpc>
                <a:spcPct val="150000"/>
              </a:lnSpc>
              <a:spcBef>
                <a:spcPts val="0"/>
              </a:spcBef>
            </a:pPr>
            <a:r>
              <a:rPr lang="en-US" altLang="zh-CN" sz="1000" dirty="0">
                <a:solidFill>
                  <a:srgbClr val="2400B0"/>
                </a:solidFill>
                <a:latin typeface="Microsoft YaHei" panose="020B0503020204020204" pitchFamily="34" charset="-122"/>
                <a:ea typeface="Microsoft YaHei" panose="020B0503020204020204" pitchFamily="34" charset="-122"/>
              </a:rPr>
              <a:t>GP 2.1.6</a:t>
            </a:r>
            <a:r>
              <a:rPr lang="zh-CN" altLang="en-US" sz="1000" dirty="0">
                <a:solidFill>
                  <a:srgbClr val="2400B0"/>
                </a:solidFill>
                <a:latin typeface="Microsoft YaHei" panose="020B0503020204020204" pitchFamily="34" charset="-122"/>
                <a:ea typeface="Microsoft YaHei" panose="020B0503020204020204" pitchFamily="34" charset="-122"/>
              </a:rPr>
              <a:t>：管理相关方之间的接口</a:t>
            </a:r>
            <a:r>
              <a:rPr lang="zh-CN" altLang="en-US" sz="1000" dirty="0">
                <a:solidFill>
                  <a:schemeClr val="dk1"/>
                </a:solidFill>
                <a:latin typeface="Microsoft YaHei" panose="020B0503020204020204" pitchFamily="34" charset="-122"/>
                <a:ea typeface="Microsoft YaHei" panose="020B0503020204020204" pitchFamily="34" charset="-122"/>
              </a:rPr>
              <a:t>	</a:t>
            </a:r>
          </a:p>
          <a:p>
            <a:pPr marL="0" indent="0">
              <a:buNone/>
            </a:pPr>
            <a:r>
              <a:rPr lang="en-US" altLang="ja-JP" sz="1000" dirty="0">
                <a:solidFill>
                  <a:srgbClr val="2400B0"/>
                </a:solidFill>
                <a:latin typeface="Microsoft YaHei" panose="020B0503020204020204" pitchFamily="34" charset="-122"/>
                <a:ea typeface="Microsoft YaHei" panose="020B0503020204020204" pitchFamily="34" charset="-122"/>
              </a:rPr>
              <a:t>       </a:t>
            </a:r>
            <a:r>
              <a:rPr lang="en-US" altLang="zh-CN" sz="1000" dirty="0">
                <a:solidFill>
                  <a:srgbClr val="2400B0"/>
                </a:solidFill>
                <a:latin typeface="Microsoft YaHei" panose="020B0503020204020204" pitchFamily="34" charset="-122"/>
                <a:ea typeface="Microsoft YaHei" panose="020B0503020204020204" pitchFamily="34" charset="-122"/>
              </a:rPr>
              <a:t>PT</a:t>
            </a:r>
            <a:r>
              <a:rPr lang="zh-CN" altLang="en-US" sz="1000" dirty="0">
                <a:solidFill>
                  <a:srgbClr val="2400B0"/>
                </a:solidFill>
                <a:latin typeface="Microsoft YaHei" panose="020B0503020204020204" pitchFamily="34" charset="-122"/>
                <a:ea typeface="Microsoft YaHei" panose="020B0503020204020204" pitchFamily="34" charset="-122"/>
              </a:rPr>
              <a:t>项目，一般按照开发计划中定义的沟通管理管理相关方， 定期向上级、客户汇报，定期与公司业务部门、江阴侧沟通等，沟通会议</a:t>
            </a:r>
            <a:r>
              <a:rPr lang="en-US" altLang="zh-CN" sz="1000" dirty="0">
                <a:solidFill>
                  <a:srgbClr val="2400B0"/>
                </a:solidFill>
                <a:latin typeface="Microsoft YaHei" panose="020B0503020204020204" pitchFamily="34" charset="-122"/>
                <a:ea typeface="Microsoft YaHei" panose="020B0503020204020204" pitchFamily="34" charset="-122"/>
              </a:rPr>
              <a:t>outlook</a:t>
            </a:r>
            <a:r>
              <a:rPr lang="zh-CN" altLang="en-US" sz="1000" dirty="0">
                <a:solidFill>
                  <a:srgbClr val="2400B0"/>
                </a:solidFill>
                <a:latin typeface="Microsoft YaHei" panose="020B0503020204020204" pitchFamily="34" charset="-122"/>
                <a:ea typeface="Microsoft YaHei" panose="020B0503020204020204" pitchFamily="34" charset="-122"/>
              </a:rPr>
              <a:t>可查。</a:t>
            </a: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724024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1D1FB-A9D5-A07D-5A31-F7984945311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9F7B20E-DCEB-0904-EA88-9A049509B382}"/>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CL2(PA2.1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PA2.2)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F811E4B9-1406-FDE5-E2D1-5832F7B99B8A}"/>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FB1CB1F4-4005-8E5B-AE96-25DD9D09339B}"/>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36</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2229688E-48ED-1C49-514A-879514FC1E84}"/>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PA2.2</a:t>
            </a: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graphicFrame>
        <p:nvGraphicFramePr>
          <p:cNvPr id="5" name="表 4">
            <a:extLst>
              <a:ext uri="{FF2B5EF4-FFF2-40B4-BE49-F238E27FC236}">
                <a16:creationId xmlns:a16="http://schemas.microsoft.com/office/drawing/2014/main" id="{E17EDDCE-692B-BAE8-F745-7663B16BCA4F}"/>
              </a:ext>
            </a:extLst>
          </p:cNvPr>
          <p:cNvGraphicFramePr>
            <a:graphicFrameLocks noGrp="1"/>
          </p:cNvGraphicFramePr>
          <p:nvPr>
            <p:extLst>
              <p:ext uri="{D42A27DB-BD31-4B8C-83A1-F6EECF244321}">
                <p14:modId xmlns:p14="http://schemas.microsoft.com/office/powerpoint/2010/main" val="2850126616"/>
              </p:ext>
            </p:extLst>
          </p:nvPr>
        </p:nvGraphicFramePr>
        <p:xfrm>
          <a:off x="1115512" y="1151576"/>
          <a:ext cx="6787065" cy="3119120"/>
        </p:xfrm>
        <a:graphic>
          <a:graphicData uri="http://schemas.openxmlformats.org/drawingml/2006/table">
            <a:tbl>
              <a:tblPr firstRow="1" bandRow="1">
                <a:tableStyleId>{C4B1156A-380E-4F78-BDF5-A606A8083BF9}</a:tableStyleId>
              </a:tblPr>
              <a:tblGrid>
                <a:gridCol w="1537830">
                  <a:extLst>
                    <a:ext uri="{9D8B030D-6E8A-4147-A177-3AD203B41FA5}">
                      <a16:colId xmlns:a16="http://schemas.microsoft.com/office/drawing/2014/main" val="2515361088"/>
                    </a:ext>
                  </a:extLst>
                </a:gridCol>
                <a:gridCol w="1398014">
                  <a:extLst>
                    <a:ext uri="{9D8B030D-6E8A-4147-A177-3AD203B41FA5}">
                      <a16:colId xmlns:a16="http://schemas.microsoft.com/office/drawing/2014/main" val="2844542742"/>
                    </a:ext>
                  </a:extLst>
                </a:gridCol>
                <a:gridCol w="3851221">
                  <a:extLst>
                    <a:ext uri="{9D8B030D-6E8A-4147-A177-3AD203B41FA5}">
                      <a16:colId xmlns:a16="http://schemas.microsoft.com/office/drawing/2014/main" val="924176660"/>
                    </a:ext>
                  </a:extLst>
                </a:gridCol>
              </a:tblGrid>
              <a:tr h="370840">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过程能力等级</a:t>
                      </a: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PA 2.</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a:t>
                      </a: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extLst>
                  <a:ext uri="{0D108BD9-81ED-4DB2-BD59-A6C34878D82A}">
                    <a16:rowId xmlns:a16="http://schemas.microsoft.com/office/drawing/2014/main" val="111276591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过程属性名称</a:t>
                      </a:r>
                    </a:p>
                  </a:txBody>
                  <a:tcPr/>
                </a:tc>
                <a:tc>
                  <a:txBody>
                    <a:bodyPr/>
                    <a:lstStyle/>
                    <a:p>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工作产品管理</a:t>
                      </a:r>
                    </a:p>
                  </a:txBody>
                  <a:tcPr/>
                </a:tc>
                <a:extLst>
                  <a:ext uri="{0D108BD9-81ED-4DB2-BD59-A6C34878D82A}">
                    <a16:rowId xmlns:a16="http://schemas.microsoft.com/office/drawing/2014/main" val="3659210155"/>
                  </a:ext>
                </a:extLst>
              </a:tr>
              <a:tr h="249869">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过程属性范围</a:t>
                      </a:r>
                    </a:p>
                  </a:txBody>
                  <a:tcPr/>
                </a:tc>
                <a:tc>
                  <a:txBody>
                    <a:bodyPr/>
                    <a:lstStyle/>
                    <a:p>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对过程所产生的工作产品进行适当管理的程度的衡量。</a:t>
                      </a:r>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a:t>
                      </a:r>
                      <a:r>
                        <a:rPr kumimoji="1" lang="zh-CN"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成就</a:t>
                      </a: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定义了对过程工作产品的要求。</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定义了工作产品的存储和控制要求。</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工作产品得到适当的识别、存储和控制。</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对工作产品进行必要的审核和调整，以满足要求。</a:t>
                      </a:r>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实施指标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 </a:t>
                      </a: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2.2.1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定义工作产品的要求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2.2.2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确定工作产品的存储和控制要求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2.2.3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识别、存储和控制工作产品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2.2.4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审查和调整工作产品		</a:t>
                      </a:r>
                    </a:p>
                  </a:txBody>
                  <a:tcPr/>
                </a:tc>
                <a:extLst>
                  <a:ext uri="{0D108BD9-81ED-4DB2-BD59-A6C34878D82A}">
                    <a16:rowId xmlns:a16="http://schemas.microsoft.com/office/drawing/2014/main" val="2847911831"/>
                  </a:ext>
                </a:extLst>
              </a:tr>
              <a:tr h="37084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17-05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对工作产品的要求、</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18-59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工作产品的审查和批准标准、</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18-07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质量标准</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13-19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审查证据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13-08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基线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16-00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储存库</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2088567643"/>
                  </a:ext>
                </a:extLst>
              </a:tr>
            </a:tbl>
          </a:graphicData>
        </a:graphic>
      </p:graphicFrame>
    </p:spTree>
    <p:extLst>
      <p:ext uri="{BB962C8B-B14F-4D97-AF65-F5344CB8AC3E}">
        <p14:creationId xmlns:p14="http://schemas.microsoft.com/office/powerpoint/2010/main" val="724312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9649D-D5A5-DE03-5169-AF1EC22E03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4B3F1BA-9ACE-F993-8ED8-8489BDDAA921}"/>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CL2(PA2.1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PA2.2)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C970C17E-7B9B-9657-D479-55EED5860AD8}"/>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F4EEB842-3433-E7CF-05A6-96BF41C56D19}"/>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37</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EA9961E2-C303-28FA-3429-7CA6741CE72F}"/>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PA2.2</a:t>
            </a:r>
            <a:r>
              <a:rPr lang="zh-CN" altLang="en-US" dirty="0">
                <a:solidFill>
                  <a:srgbClr val="2400B0"/>
                </a:solidFill>
                <a:latin typeface="Microsoft YaHei" panose="020B0503020204020204" pitchFamily="34" charset="-122"/>
                <a:ea typeface="Microsoft YaHei" panose="020B0503020204020204" pitchFamily="34" charset="-122"/>
              </a:rPr>
              <a:t>例子</a:t>
            </a:r>
            <a:endParaRPr lang="en-US" altLang="zh-CN"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GP 2.2.1 </a:t>
            </a:r>
            <a:r>
              <a:rPr lang="zh-CN" altLang="en-US" sz="1100" dirty="0">
                <a:solidFill>
                  <a:srgbClr val="2400B0"/>
                </a:solidFill>
                <a:latin typeface="Microsoft YaHei" panose="020B0503020204020204" pitchFamily="34" charset="-122"/>
                <a:ea typeface="Microsoft YaHei" panose="020B0503020204020204" pitchFamily="34" charset="-122"/>
              </a:rPr>
              <a:t>定义工作产品的要求</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000" dirty="0">
                <a:solidFill>
                  <a:srgbClr val="2400B0"/>
                </a:solidFill>
                <a:latin typeface="Microsoft YaHei" panose="020B0503020204020204" pitchFamily="34" charset="-122"/>
                <a:ea typeface="Microsoft YaHei" panose="020B0503020204020204" pitchFamily="34" charset="-122"/>
              </a:rPr>
              <a:t>比如详细设计书的模板、</a:t>
            </a:r>
            <a:r>
              <a:rPr lang="en-US" altLang="zh-CN" sz="1000" dirty="0">
                <a:solidFill>
                  <a:srgbClr val="2400B0"/>
                </a:solidFill>
                <a:latin typeface="Microsoft YaHei" panose="020B0503020204020204" pitchFamily="34" charset="-122"/>
                <a:ea typeface="Microsoft YaHei" panose="020B0503020204020204" pitchFamily="34" charset="-122"/>
              </a:rPr>
              <a:t>checklist</a:t>
            </a:r>
            <a:r>
              <a:rPr lang="zh-CN" altLang="en-US" sz="1000" dirty="0">
                <a:solidFill>
                  <a:srgbClr val="2400B0"/>
                </a:solidFill>
                <a:latin typeface="Microsoft YaHei" panose="020B0503020204020204" pitchFamily="34" charset="-122"/>
                <a:ea typeface="Microsoft YaHei" panose="020B0503020204020204" pitchFamily="34" charset="-122"/>
              </a:rPr>
              <a:t>、评审策略等要求。</a:t>
            </a:r>
          </a:p>
          <a:p>
            <a:pPr lvl="1">
              <a:lnSpc>
                <a:spcPct val="150000"/>
              </a:lnSpc>
              <a:spcBef>
                <a:spcPts val="0"/>
              </a:spcBef>
              <a:defRPr/>
            </a:pPr>
            <a:r>
              <a:rPr lang="en-US" altLang="zh-CN" sz="1100" dirty="0">
                <a:solidFill>
                  <a:srgbClr val="2400B0"/>
                </a:solidFill>
                <a:latin typeface="Microsoft YaHei" panose="020B0503020204020204" pitchFamily="34" charset="-122"/>
                <a:ea typeface="Microsoft YaHei" panose="020B0503020204020204" pitchFamily="34" charset="-122"/>
              </a:rPr>
              <a:t>GP 2.2.4 </a:t>
            </a:r>
            <a:r>
              <a:rPr lang="zh-CN" altLang="en-US" sz="1100" dirty="0">
                <a:solidFill>
                  <a:srgbClr val="2400B0"/>
                </a:solidFill>
                <a:latin typeface="Microsoft YaHei" panose="020B0503020204020204" pitchFamily="34" charset="-122"/>
                <a:ea typeface="Microsoft YaHei" panose="020B0503020204020204" pitchFamily="34" charset="-122"/>
              </a:rPr>
              <a:t>审查和调整工作产品</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defRPr/>
            </a:pPr>
            <a:r>
              <a:rPr lang="zh-CN" altLang="en-US" sz="1000" dirty="0">
                <a:solidFill>
                  <a:srgbClr val="2400B0"/>
                </a:solidFill>
                <a:latin typeface="Microsoft YaHei" panose="020B0503020204020204" pitchFamily="34" charset="-122"/>
                <a:ea typeface="Microsoft YaHei" panose="020B0503020204020204" pitchFamily="34" charset="-122"/>
              </a:rPr>
              <a:t>检查</a:t>
            </a:r>
            <a:r>
              <a:rPr lang="en-US" altLang="zh-CN" sz="1000" dirty="0">
                <a:solidFill>
                  <a:srgbClr val="2400B0"/>
                </a:solidFill>
                <a:latin typeface="Microsoft YaHei" panose="020B0503020204020204" pitchFamily="34" charset="-122"/>
                <a:ea typeface="Microsoft YaHei" panose="020B0503020204020204" pitchFamily="34" charset="-122"/>
              </a:rPr>
              <a:t>GP2.2.1</a:t>
            </a:r>
            <a:r>
              <a:rPr lang="zh-CN" altLang="en-US" sz="1000" dirty="0">
                <a:solidFill>
                  <a:srgbClr val="2400B0"/>
                </a:solidFill>
                <a:latin typeface="Microsoft YaHei" panose="020B0503020204020204" pitchFamily="34" charset="-122"/>
                <a:ea typeface="Microsoft YaHei" panose="020B0503020204020204" pitchFamily="34" charset="-122"/>
              </a:rPr>
              <a:t>的要求是否得到满足。</a:t>
            </a:r>
            <a:endParaRPr lang="en-US" altLang="zh-CN" sz="10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defRPr/>
            </a:pPr>
            <a:endParaRPr lang="en-US" altLang="ja-JP" sz="10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defRPr/>
            </a:pPr>
            <a:r>
              <a:rPr lang="en-US" altLang="zh-CN" sz="1100" dirty="0">
                <a:solidFill>
                  <a:srgbClr val="2400B0"/>
                </a:solidFill>
                <a:latin typeface="Microsoft YaHei" panose="020B0503020204020204" pitchFamily="34" charset="-122"/>
                <a:ea typeface="Microsoft YaHei" panose="020B0503020204020204" pitchFamily="34" charset="-122"/>
              </a:rPr>
              <a:t>GP 2.2.2 </a:t>
            </a:r>
            <a:r>
              <a:rPr lang="zh-CN" altLang="en-US" sz="1100" dirty="0">
                <a:solidFill>
                  <a:srgbClr val="2400B0"/>
                </a:solidFill>
                <a:latin typeface="Microsoft YaHei" panose="020B0503020204020204" pitchFamily="34" charset="-122"/>
                <a:ea typeface="Microsoft YaHei" panose="020B0503020204020204" pitchFamily="34" charset="-122"/>
              </a:rPr>
              <a:t>确定工作产品的存储和控制要求</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defRPr/>
            </a:pPr>
            <a:r>
              <a:rPr lang="zh-CN" altLang="en-US" sz="1000" dirty="0">
                <a:solidFill>
                  <a:srgbClr val="2400B0"/>
                </a:solidFill>
                <a:latin typeface="Microsoft YaHei" panose="020B0503020204020204" pitchFamily="34" charset="-122"/>
                <a:ea typeface="Microsoft YaHei" panose="020B0503020204020204" pitchFamily="34" charset="-122"/>
              </a:rPr>
              <a:t>如各个阶段工作产品的所有者、存储位置、权限赋予、</a:t>
            </a:r>
            <a:endParaRPr lang="en-US" altLang="zh-CN" sz="10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defRPr/>
            </a:pPr>
            <a:r>
              <a:rPr lang="zh-CN" altLang="en-US" sz="1000" dirty="0">
                <a:solidFill>
                  <a:srgbClr val="2400B0"/>
                </a:solidFill>
                <a:latin typeface="Microsoft YaHei" panose="020B0503020204020204" pitchFamily="34" charset="-122"/>
                <a:ea typeface="Microsoft YaHei" panose="020B0503020204020204" pitchFamily="34" charset="-122"/>
              </a:rPr>
              <a:t>状态、版本控制、发布渠道等的要求。</a:t>
            </a:r>
            <a:endParaRPr lang="en-US" altLang="zh-CN" sz="10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defRPr/>
            </a:pPr>
            <a:r>
              <a:rPr lang="en-US" altLang="zh-CN" sz="1100" dirty="0">
                <a:solidFill>
                  <a:srgbClr val="2400B0"/>
                </a:solidFill>
                <a:latin typeface="Microsoft YaHei" panose="020B0503020204020204" pitchFamily="34" charset="-122"/>
                <a:ea typeface="Microsoft YaHei" panose="020B0503020204020204" pitchFamily="34" charset="-122"/>
              </a:rPr>
              <a:t>GP 2.2.3 </a:t>
            </a:r>
            <a:r>
              <a:rPr lang="zh-CN" altLang="en-US" sz="1100" dirty="0">
                <a:solidFill>
                  <a:srgbClr val="2400B0"/>
                </a:solidFill>
                <a:latin typeface="Microsoft YaHei" panose="020B0503020204020204" pitchFamily="34" charset="-122"/>
                <a:ea typeface="Microsoft YaHei" panose="020B0503020204020204" pitchFamily="34" charset="-122"/>
              </a:rPr>
              <a:t>识别、存储和控制工作产品</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defRPr/>
            </a:pPr>
            <a:r>
              <a:rPr lang="zh-CN" altLang="en-US" sz="1100" dirty="0">
                <a:solidFill>
                  <a:srgbClr val="2400B0"/>
                </a:solidFill>
                <a:latin typeface="Microsoft YaHei" panose="020B0503020204020204" pitchFamily="34" charset="-122"/>
                <a:ea typeface="Microsoft YaHei" panose="020B0503020204020204" pitchFamily="34" charset="-122"/>
              </a:rPr>
              <a:t>检查</a:t>
            </a:r>
            <a:r>
              <a:rPr lang="en-US" altLang="zh-CN" sz="1100" dirty="0">
                <a:solidFill>
                  <a:srgbClr val="2400B0"/>
                </a:solidFill>
                <a:latin typeface="Microsoft YaHei" panose="020B0503020204020204" pitchFamily="34" charset="-122"/>
                <a:ea typeface="Microsoft YaHei" panose="020B0503020204020204" pitchFamily="34" charset="-122"/>
              </a:rPr>
              <a:t>GP2.2.2</a:t>
            </a:r>
            <a:r>
              <a:rPr lang="zh-CN" altLang="en-US" sz="1100" dirty="0">
                <a:solidFill>
                  <a:srgbClr val="2400B0"/>
                </a:solidFill>
                <a:latin typeface="Microsoft YaHei" panose="020B0503020204020204" pitchFamily="34" charset="-122"/>
                <a:ea typeface="Microsoft YaHei" panose="020B0503020204020204" pitchFamily="34" charset="-122"/>
              </a:rPr>
              <a:t>的要求是否实施。</a:t>
            </a:r>
            <a:endParaRPr lang="ja-JP" altLang="en-US" sz="1100" dirty="0">
              <a:solidFill>
                <a:srgbClr val="2400B0"/>
              </a:solidFill>
              <a:latin typeface="Microsoft YaHei" panose="020B0503020204020204" pitchFamily="34" charset="-122"/>
              <a:ea typeface="Microsoft YaHei" panose="020B0503020204020204" pitchFamily="34" charset="-122"/>
            </a:endParaRPr>
          </a:p>
        </p:txBody>
      </p:sp>
      <p:sp>
        <p:nvSpPr>
          <p:cNvPr id="6" name="テキスト ボックス 5">
            <a:extLst>
              <a:ext uri="{FF2B5EF4-FFF2-40B4-BE49-F238E27FC236}">
                <a16:creationId xmlns:a16="http://schemas.microsoft.com/office/drawing/2014/main" id="{92EA1949-A3F0-67EC-34B3-8E3E88D8D612}"/>
              </a:ext>
            </a:extLst>
          </p:cNvPr>
          <p:cNvSpPr txBox="1"/>
          <p:nvPr/>
        </p:nvSpPr>
        <p:spPr>
          <a:xfrm>
            <a:off x="4060629" y="1414473"/>
            <a:ext cx="1952339" cy="376770"/>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与</a:t>
            </a:r>
            <a:r>
              <a:rPr lang="en-US" altLang="zh-CN" sz="1100" b="1" dirty="0">
                <a:solidFill>
                  <a:schemeClr val="bg1"/>
                </a:solidFill>
                <a:latin typeface="微软雅黑" panose="020B0503020204020204" pitchFamily="34" charset="-122"/>
                <a:ea typeface="微软雅黑" panose="020B0503020204020204" pitchFamily="34" charset="-122"/>
              </a:rPr>
              <a:t>SUP.1</a:t>
            </a:r>
            <a:r>
              <a:rPr lang="zh-CN" altLang="en-US" sz="1100" b="1" dirty="0">
                <a:solidFill>
                  <a:schemeClr val="bg1"/>
                </a:solidFill>
                <a:latin typeface="微软雅黑" panose="020B0503020204020204" pitchFamily="34" charset="-122"/>
                <a:ea typeface="微软雅黑" panose="020B0503020204020204" pitchFamily="34" charset="-122"/>
              </a:rPr>
              <a:t>质量保证强相关</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8" name="矢印: 右 7">
            <a:extLst>
              <a:ext uri="{FF2B5EF4-FFF2-40B4-BE49-F238E27FC236}">
                <a16:creationId xmlns:a16="http://schemas.microsoft.com/office/drawing/2014/main" id="{D396A3C0-CD12-2336-56DB-0EAC98090105}"/>
              </a:ext>
            </a:extLst>
          </p:cNvPr>
          <p:cNvSpPr/>
          <p:nvPr/>
        </p:nvSpPr>
        <p:spPr>
          <a:xfrm>
            <a:off x="3544088" y="1463041"/>
            <a:ext cx="274320" cy="258554"/>
          </a:xfrm>
          <a:prstGeom prst="right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sp>
        <p:nvSpPr>
          <p:cNvPr id="9" name="テキスト ボックス 8">
            <a:extLst>
              <a:ext uri="{FF2B5EF4-FFF2-40B4-BE49-F238E27FC236}">
                <a16:creationId xmlns:a16="http://schemas.microsoft.com/office/drawing/2014/main" id="{148D1C30-6F6B-1EBC-1DA8-E28CEB6D74CD}"/>
              </a:ext>
            </a:extLst>
          </p:cNvPr>
          <p:cNvSpPr txBox="1"/>
          <p:nvPr/>
        </p:nvSpPr>
        <p:spPr>
          <a:xfrm>
            <a:off x="4060628" y="2653613"/>
            <a:ext cx="1952339" cy="376770"/>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与</a:t>
            </a:r>
            <a:r>
              <a:rPr lang="en-US" altLang="zh-CN" sz="1100" b="1" dirty="0">
                <a:solidFill>
                  <a:schemeClr val="bg1"/>
                </a:solidFill>
                <a:latin typeface="微软雅黑" panose="020B0503020204020204" pitchFamily="34" charset="-122"/>
                <a:ea typeface="微软雅黑" panose="020B0503020204020204" pitchFamily="34" charset="-122"/>
              </a:rPr>
              <a:t>SUP.8</a:t>
            </a:r>
            <a:r>
              <a:rPr lang="zh-CN" altLang="en-US" sz="1100" b="1" dirty="0">
                <a:solidFill>
                  <a:schemeClr val="bg1"/>
                </a:solidFill>
                <a:latin typeface="微软雅黑" panose="020B0503020204020204" pitchFamily="34" charset="-122"/>
                <a:ea typeface="微软雅黑" panose="020B0503020204020204" pitchFamily="34" charset="-122"/>
              </a:rPr>
              <a:t>配置管理强相关</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10" name="矢印: 右 9">
            <a:extLst>
              <a:ext uri="{FF2B5EF4-FFF2-40B4-BE49-F238E27FC236}">
                <a16:creationId xmlns:a16="http://schemas.microsoft.com/office/drawing/2014/main" id="{80518296-7FAE-8E5E-3044-60BFA436698C}"/>
              </a:ext>
            </a:extLst>
          </p:cNvPr>
          <p:cNvSpPr/>
          <p:nvPr/>
        </p:nvSpPr>
        <p:spPr>
          <a:xfrm>
            <a:off x="3570363" y="2720627"/>
            <a:ext cx="274320" cy="258554"/>
          </a:xfrm>
          <a:prstGeom prst="right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err="1">
              <a:solidFill>
                <a:schemeClr val="tx1"/>
              </a:solidFill>
            </a:endParaRPr>
          </a:p>
        </p:txBody>
      </p:sp>
      <p:pic>
        <p:nvPicPr>
          <p:cNvPr id="7" name="図 6">
            <a:extLst>
              <a:ext uri="{FF2B5EF4-FFF2-40B4-BE49-F238E27FC236}">
                <a16:creationId xmlns:a16="http://schemas.microsoft.com/office/drawing/2014/main" id="{9EE36F09-84DA-D9EF-E7A4-8B8F2BF9C7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8173" y="4040931"/>
            <a:ext cx="8166879" cy="605627"/>
          </a:xfrm>
          <a:prstGeom prst="rect">
            <a:avLst/>
          </a:prstGeom>
        </p:spPr>
      </p:pic>
    </p:spTree>
    <p:extLst>
      <p:ext uri="{BB962C8B-B14F-4D97-AF65-F5344CB8AC3E}">
        <p14:creationId xmlns:p14="http://schemas.microsoft.com/office/powerpoint/2010/main" val="7932651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64BBE-FBF0-E894-3FAA-BD5A99CE617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323994-9380-8837-D35D-15311DA15EA2}"/>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CL3(PA3.1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PA3.2)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3DF35AF3-9EE6-E40D-3C5F-2474E1989250}"/>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A3A0EEA6-2441-4C79-CA60-E5A6AB15B283}"/>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38</a:t>
            </a:fld>
            <a:endParaRPr kumimoji="1" lang="ja-JP" altLang="en-US" dirty="0">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D5BC823F-E82A-21EA-5692-DF92ECE21F5E}"/>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PA3.1</a:t>
            </a: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graphicFrame>
        <p:nvGraphicFramePr>
          <p:cNvPr id="5" name="表 4">
            <a:extLst>
              <a:ext uri="{FF2B5EF4-FFF2-40B4-BE49-F238E27FC236}">
                <a16:creationId xmlns:a16="http://schemas.microsoft.com/office/drawing/2014/main" id="{1F2CADF4-3854-124A-55E9-6A60A395711C}"/>
              </a:ext>
            </a:extLst>
          </p:cNvPr>
          <p:cNvGraphicFramePr>
            <a:graphicFrameLocks noGrp="1"/>
          </p:cNvGraphicFramePr>
          <p:nvPr>
            <p:extLst>
              <p:ext uri="{D42A27DB-BD31-4B8C-83A1-F6EECF244321}">
                <p14:modId xmlns:p14="http://schemas.microsoft.com/office/powerpoint/2010/main" val="1526396667"/>
              </p:ext>
            </p:extLst>
          </p:nvPr>
        </p:nvGraphicFramePr>
        <p:xfrm>
          <a:off x="885016" y="1335407"/>
          <a:ext cx="6398654" cy="2842025"/>
        </p:xfrm>
        <a:graphic>
          <a:graphicData uri="http://schemas.openxmlformats.org/drawingml/2006/table">
            <a:tbl>
              <a:tblPr firstRow="1" bandRow="1">
                <a:tableStyleId>{C4B1156A-380E-4F78-BDF5-A606A8083BF9}</a:tableStyleId>
              </a:tblPr>
              <a:tblGrid>
                <a:gridCol w="565412">
                  <a:extLst>
                    <a:ext uri="{9D8B030D-6E8A-4147-A177-3AD203B41FA5}">
                      <a16:colId xmlns:a16="http://schemas.microsoft.com/office/drawing/2014/main" val="2515361088"/>
                    </a:ext>
                  </a:extLst>
                </a:gridCol>
                <a:gridCol w="1018453">
                  <a:extLst>
                    <a:ext uri="{9D8B030D-6E8A-4147-A177-3AD203B41FA5}">
                      <a16:colId xmlns:a16="http://schemas.microsoft.com/office/drawing/2014/main" val="2844542742"/>
                    </a:ext>
                  </a:extLst>
                </a:gridCol>
                <a:gridCol w="4814789">
                  <a:extLst>
                    <a:ext uri="{9D8B030D-6E8A-4147-A177-3AD203B41FA5}">
                      <a16:colId xmlns:a16="http://schemas.microsoft.com/office/drawing/2014/main" val="924176660"/>
                    </a:ext>
                  </a:extLst>
                </a:gridCol>
              </a:tblGrid>
              <a:tr h="188360">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0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过程力</a:t>
                      </a:r>
                      <a:endPar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等级</a:t>
                      </a:r>
                      <a:r>
                        <a:rPr kumimoji="1" lang="zh-CN" altLang="en-US" sz="1000" b="0" u="none" strike="noStrike" kern="1200" baseline="0" dirty="0">
                          <a:solidFill>
                            <a:schemeClr val="tx1"/>
                          </a:solidFill>
                          <a:latin typeface="Microsoft YaHei" panose="020B0503020204020204" pitchFamily="34" charset="-122"/>
                          <a:ea typeface="Microsoft YaHei" panose="020B0503020204020204" pitchFamily="34" charset="-122"/>
                        </a:rPr>
                        <a:t>	</a:t>
                      </a:r>
                      <a:endParaRPr kumimoji="1" lang="zh-CN" altLang="en-US" sz="10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PA </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a:t>
                      </a: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p>
                  </a:txBody>
                  <a:tcPr/>
                </a:tc>
                <a:extLst>
                  <a:ext uri="{0D108BD9-81ED-4DB2-BD59-A6C34878D82A}">
                    <a16:rowId xmlns:a16="http://schemas.microsoft.com/office/drawing/2014/main" val="1112765915"/>
                  </a:ext>
                </a:extLst>
              </a:tr>
              <a:tr h="237255">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过程属性名称</a:t>
                      </a:r>
                    </a:p>
                  </a:txBody>
                  <a:tcPr/>
                </a:tc>
                <a:tc>
                  <a:txBody>
                    <a:bodyPr/>
                    <a:lstStyle/>
                    <a:p>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过程定义</a:t>
                      </a:r>
                    </a:p>
                  </a:txBody>
                  <a:tcPr/>
                </a:tc>
                <a:extLst>
                  <a:ext uri="{0D108BD9-81ED-4DB2-BD59-A6C34878D82A}">
                    <a16:rowId xmlns:a16="http://schemas.microsoft.com/office/drawing/2014/main" val="3659210155"/>
                  </a:ext>
                </a:extLst>
              </a:tr>
              <a:tr h="251225">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过程属性范围</a:t>
                      </a:r>
                    </a:p>
                  </a:txBody>
                  <a:tcPr/>
                </a:tc>
                <a:tc>
                  <a:txBody>
                    <a:bodyPr/>
                    <a:lstStyle/>
                    <a:p>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对标准过程的维护程度的衡量，以支持已定义过程的部署。</a:t>
                      </a:r>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过程</a:t>
                      </a:r>
                      <a:r>
                        <a:rPr kumimoji="1" lang="zh-CN"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成就</a:t>
                      </a:r>
                      <a:r>
                        <a:rPr kumimoji="1" lang="ja-JP" altLang="en-US" sz="1000" b="0" u="none" strike="noStrike" kern="1200" baseline="0" dirty="0">
                          <a:solidFill>
                            <a:schemeClr val="dk1"/>
                          </a:solidFill>
                          <a:latin typeface="Microsoft YaHei" panose="020B0503020204020204" pitchFamily="34" charset="-122"/>
                          <a:ea typeface="Microsoft YaHei" panose="020B0503020204020204" pitchFamily="34" charset="-122"/>
                        </a:rPr>
                        <a:t> </a:t>
                      </a:r>
                      <a:endPar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开发、建立和维护了标准过程，该过程描述了必须纳入已定义过程的基本要素。</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定义了标准过程所需的输入和预期输出。</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定义执行标准过程的角色、职责、权限和所需能力。</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定义从标准过程衍生出已定义过程的定制指南。</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5)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作为标准过程的一部分，确定所需的物理和物质资源以及过程基础设施需求。</a:t>
                      </a:r>
                    </a:p>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6)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确定监控过程有效性、适宜性和充分性的适当方法和必要活动。</a:t>
                      </a:r>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过程性</a:t>
                      </a:r>
                      <a:endPar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实施指标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 </a:t>
                      </a:r>
                    </a:p>
                  </a:txBody>
                  <a:tcPr/>
                </a:tc>
                <a:tc>
                  <a:txBody>
                    <a:bodyPr/>
                    <a:lstStyle/>
                    <a:p>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3.1.1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建立和维护标准过程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3.1.2 </a:t>
                      </a:r>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确定所需的能力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3.1.3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确定所需资源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3.1.4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确定监控标准过程的适当方法		</a:t>
                      </a:r>
                    </a:p>
                  </a:txBody>
                  <a:tcPr/>
                </a:tc>
                <a:extLst>
                  <a:ext uri="{0D108BD9-81ED-4DB2-BD59-A6C34878D82A}">
                    <a16:rowId xmlns:a16="http://schemas.microsoft.com/office/drawing/2014/main" val="2847911831"/>
                  </a:ext>
                </a:extLst>
              </a:tr>
              <a:tr h="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06-51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裁剪准则 、</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08-63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过程监测方法 、</a:t>
                      </a: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10-00</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过程定义、</a:t>
                      </a:r>
                      <a:r>
                        <a:rPr kumimoji="1" lang="en-US" altLang="ja-JP"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10-50 </a:t>
                      </a:r>
                      <a:r>
                        <a:rPr kumimoji="1" lang="ja-JP"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角色描述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endPar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10-51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鉴定方法说明 、</a:t>
                      </a:r>
                      <a:r>
                        <a:rPr kumimoji="1" lang="en-US" altLang="zh-CN"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10-52 </a:t>
                      </a:r>
                      <a:r>
                        <a:rPr kumimoji="1" lang="zh-CN" altLang="en-US" sz="10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过程资源和基础设施描述。</a:t>
                      </a:r>
                    </a:p>
                  </a:txBody>
                  <a:tcPr/>
                </a:tc>
                <a:extLst>
                  <a:ext uri="{0D108BD9-81ED-4DB2-BD59-A6C34878D82A}">
                    <a16:rowId xmlns:a16="http://schemas.microsoft.com/office/drawing/2014/main" val="2088567643"/>
                  </a:ext>
                </a:extLst>
              </a:tr>
            </a:tbl>
          </a:graphicData>
        </a:graphic>
      </p:graphicFrame>
    </p:spTree>
    <p:extLst>
      <p:ext uri="{BB962C8B-B14F-4D97-AF65-F5344CB8AC3E}">
        <p14:creationId xmlns:p14="http://schemas.microsoft.com/office/powerpoint/2010/main" val="7292689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2C4B5-83AA-34F7-9311-637420E746C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FA0B41D-AA68-04F4-1D9E-6A7D008E3367}"/>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CL3(PA3.1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PA3.2)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44686954-E023-651B-5CB4-CB5A4E91B73E}"/>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D3DBF8FE-2ADB-CE87-4633-4D2767F53975}"/>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39</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4B69F7D7-28D0-D4D1-B4BB-8089FFEB4F1A}"/>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PA3.2</a:t>
            </a: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graphicFrame>
        <p:nvGraphicFramePr>
          <p:cNvPr id="5" name="表 4">
            <a:extLst>
              <a:ext uri="{FF2B5EF4-FFF2-40B4-BE49-F238E27FC236}">
                <a16:creationId xmlns:a16="http://schemas.microsoft.com/office/drawing/2014/main" id="{44E44D9F-54F2-AF33-D225-9F448BBFB977}"/>
              </a:ext>
            </a:extLst>
          </p:cNvPr>
          <p:cNvGraphicFramePr>
            <a:graphicFrameLocks noGrp="1"/>
          </p:cNvGraphicFramePr>
          <p:nvPr>
            <p:extLst>
              <p:ext uri="{D42A27DB-BD31-4B8C-83A1-F6EECF244321}">
                <p14:modId xmlns:p14="http://schemas.microsoft.com/office/powerpoint/2010/main" val="3893864432"/>
              </p:ext>
            </p:extLst>
          </p:nvPr>
        </p:nvGraphicFramePr>
        <p:xfrm>
          <a:off x="725214" y="1193932"/>
          <a:ext cx="6504852" cy="3230880"/>
        </p:xfrm>
        <a:graphic>
          <a:graphicData uri="http://schemas.openxmlformats.org/drawingml/2006/table">
            <a:tbl>
              <a:tblPr firstRow="1" bandRow="1">
                <a:tableStyleId>{C4B1156A-380E-4F78-BDF5-A606A8083BF9}</a:tableStyleId>
              </a:tblPr>
              <a:tblGrid>
                <a:gridCol w="878024">
                  <a:extLst>
                    <a:ext uri="{9D8B030D-6E8A-4147-A177-3AD203B41FA5}">
                      <a16:colId xmlns:a16="http://schemas.microsoft.com/office/drawing/2014/main" val="2515361088"/>
                    </a:ext>
                  </a:extLst>
                </a:gridCol>
                <a:gridCol w="1636487">
                  <a:extLst>
                    <a:ext uri="{9D8B030D-6E8A-4147-A177-3AD203B41FA5}">
                      <a16:colId xmlns:a16="http://schemas.microsoft.com/office/drawing/2014/main" val="2844542742"/>
                    </a:ext>
                  </a:extLst>
                </a:gridCol>
                <a:gridCol w="3990341">
                  <a:extLst>
                    <a:ext uri="{9D8B030D-6E8A-4147-A177-3AD203B41FA5}">
                      <a16:colId xmlns:a16="http://schemas.microsoft.com/office/drawing/2014/main" val="924176660"/>
                    </a:ext>
                  </a:extLst>
                </a:gridCol>
              </a:tblGrid>
              <a:tr h="370840">
                <a:tc rowSpan="4">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1" lang="en-US" altLang="zh-CN" sz="1100" b="0" u="none" strike="noStrike" kern="1200" baseline="0" dirty="0">
                        <a:solidFill>
                          <a:schemeClr val="tx1"/>
                        </a:solidFill>
                        <a:latin typeface="Microsoft YaHei" panose="020B0503020204020204" pitchFamily="34" charset="-122"/>
                        <a:ea typeface="Microsoft YaHei" panose="020B0503020204020204" pitchFamily="34" charset="-122"/>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过程能力</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等级</a:t>
                      </a:r>
                      <a:r>
                        <a:rPr kumimoji="1" lang="zh-CN" altLang="en-US" sz="1100" b="0" u="none" strike="noStrike" kern="1200" baseline="0" dirty="0">
                          <a:solidFill>
                            <a:schemeClr val="tx1"/>
                          </a:solidFill>
                          <a:latin typeface="Microsoft YaHei" panose="020B0503020204020204" pitchFamily="34" charset="-122"/>
                          <a:ea typeface="Microsoft YaHei" panose="020B0503020204020204" pitchFamily="34" charset="-122"/>
                        </a:rPr>
                        <a:t>	</a:t>
                      </a:r>
                      <a:endParaRPr kumimoji="1" lang="zh-CN" altLang="en-US" sz="1100" b="0" i="0" u="none" strike="noStrike" kern="1200" baseline="0" dirty="0">
                        <a:solidFill>
                          <a:schemeClr val="tx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ID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PA </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extLst>
                  <a:ext uri="{0D108BD9-81ED-4DB2-BD59-A6C34878D82A}">
                    <a16:rowId xmlns:a16="http://schemas.microsoft.com/office/drawing/2014/main" val="111276591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过程属性名称</a:t>
                      </a:r>
                    </a:p>
                  </a:txBody>
                  <a:tcPr/>
                </a:tc>
                <a:tc>
                  <a:txBody>
                    <a:bodyPr/>
                    <a:lstStyle/>
                    <a:p>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过程部署</a:t>
                      </a:r>
                    </a:p>
                  </a:txBody>
                  <a:tcPr/>
                </a:tc>
                <a:extLst>
                  <a:ext uri="{0D108BD9-81ED-4DB2-BD59-A6C34878D82A}">
                    <a16:rowId xmlns:a16="http://schemas.microsoft.com/office/drawing/2014/main" val="365921015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过程属性范围</a:t>
                      </a:r>
                    </a:p>
                  </a:txBody>
                  <a:tcPr/>
                </a:tc>
                <a:tc>
                  <a:txBody>
                    <a:bodyPr/>
                    <a:lstStyle/>
                    <a:p>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过程部署以实现其过程结果的程度的衡量。</a:t>
                      </a:r>
                    </a:p>
                  </a:txBody>
                  <a:tcPr/>
                </a:tc>
                <a:extLst>
                  <a:ext uri="{0D108BD9-81ED-4DB2-BD59-A6C34878D82A}">
                    <a16:rowId xmlns:a16="http://schemas.microsoft.com/office/drawing/2014/main" val="3948535795"/>
                  </a:ext>
                </a:extLst>
              </a:tr>
              <a:tr h="370840">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ja-JP" altLang="en-US" sz="1350" b="0" i="0" u="none" strike="noStrike" kern="1200" baseline="0" dirty="0">
                        <a:solidFill>
                          <a:schemeClr val="dk1"/>
                        </a:solidFill>
                        <a:latin typeface="+mn-lt"/>
                        <a:ea typeface="+mn-ea"/>
                        <a:cs typeface="+mn-cs"/>
                      </a:endParaRP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过程</a:t>
                      </a:r>
                      <a:r>
                        <a:rPr kumimoji="1" lang="zh-CN"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成就</a:t>
                      </a:r>
                      <a:r>
                        <a:rPr kumimoji="1" lang="ja-JP" altLang="en-US" sz="1100" b="0" u="none" strike="noStrike" kern="1200" baseline="0" dirty="0">
                          <a:solidFill>
                            <a:schemeClr val="dk1"/>
                          </a:solidFill>
                          <a:latin typeface="Microsoft YaHei" panose="020B0503020204020204" pitchFamily="34" charset="-122"/>
                          <a:ea typeface="Microsoft YaHei" panose="020B0503020204020204" pitchFamily="34" charset="-122"/>
                        </a:rPr>
                        <a:t> </a:t>
                      </a:r>
                      <a:endPar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根据适当选择和</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或量身定制的标准过程部署定义过程。</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2)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对执行已定义过程所需的人员进行了角色分配和沟通。</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确保并监控角色分配人员所需的教育、训练和经验。</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提供、分配和维护执行已定义过程所需的资源。</a:t>
                      </a:r>
                    </a:p>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收集和分析适当的信息，作为了解过程行为的基础。</a:t>
                      </a:r>
                    </a:p>
                  </a:txBody>
                  <a:tcPr/>
                </a:tc>
                <a:extLst>
                  <a:ext uri="{0D108BD9-81ED-4DB2-BD59-A6C34878D82A}">
                    <a16:rowId xmlns:a16="http://schemas.microsoft.com/office/drawing/2014/main" val="2956120529"/>
                  </a:ext>
                </a:extLst>
              </a:tr>
              <a:tr h="370840">
                <a:tc rowSpan="2">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过程性</a:t>
                      </a:r>
                      <a:endPar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实施指标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	</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通用实践 </a:t>
                      </a:r>
                    </a:p>
                  </a:txBody>
                  <a:tcPr/>
                </a:tc>
                <a:tc>
                  <a:txBody>
                    <a:bodyPr/>
                    <a:lstStyle/>
                    <a:p>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3.2.1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部署已定义的过程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3.2.2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确保所需的能力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3.2.3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确保所需资源	</a:t>
                      </a: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GP 3.2.4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监控已定义过程的绩效		</a:t>
                      </a:r>
                    </a:p>
                  </a:txBody>
                  <a:tcPr/>
                </a:tc>
                <a:extLst>
                  <a:ext uri="{0D108BD9-81ED-4DB2-BD59-A6C34878D82A}">
                    <a16:rowId xmlns:a16="http://schemas.microsoft.com/office/drawing/2014/main" val="2847911831"/>
                  </a:ext>
                </a:extLst>
              </a:tr>
              <a:tr h="370840">
                <a:tc vMerge="1">
                  <a:txBody>
                    <a:bodyPr/>
                    <a:lstStyle/>
                    <a:p>
                      <a:endParaRPr kumimoji="1" lang="ja-JP" altLang="en-US" dirty="0"/>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endParaRPr>
                    </a:p>
                    <a:p>
                      <a:pPr marL="0" marR="0" lvl="0" indent="0" algn="l" defTabSz="685800" rtl="0" eaLnBrk="1" fontAlgn="auto" latinLnBrk="0" hangingPunct="1">
                        <a:lnSpc>
                          <a:spcPct val="100000"/>
                        </a:lnSpc>
                        <a:spcBef>
                          <a:spcPts val="0"/>
                        </a:spcBef>
                        <a:spcAft>
                          <a:spcPts val="0"/>
                        </a:spcAft>
                        <a:buClrTx/>
                        <a:buSzTx/>
                        <a:buFontTx/>
                        <a:buNone/>
                        <a:tabLst/>
                        <a:defRPr/>
                      </a:pP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输出信息项</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10-00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过程说明</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15-54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量身定制文件</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ja-JP"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14-53 </a:t>
                      </a:r>
                      <a:r>
                        <a:rPr kumimoji="1" lang="ja-JP"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角色分配</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13-55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过程资源和基础设施文件、</a:t>
                      </a:r>
                      <a:r>
                        <a:rPr kumimoji="1" lang="en-US" altLang="zh-CN"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03-06 </a:t>
                      </a:r>
                      <a:r>
                        <a:rPr kumimoji="1" lang="zh-CN" altLang="en-US" sz="1100" b="0" i="0" u="none" strike="noStrike" kern="1200" baseline="0" dirty="0">
                          <a:solidFill>
                            <a:schemeClr val="dk1"/>
                          </a:solidFill>
                          <a:latin typeface="Microsoft YaHei" panose="020B0503020204020204" pitchFamily="34" charset="-122"/>
                          <a:ea typeface="Microsoft YaHei" panose="020B0503020204020204" pitchFamily="34" charset="-122"/>
                          <a:cs typeface="+mn-cs"/>
                        </a:rPr>
                        <a:t>过程性能信息。</a:t>
                      </a:r>
                    </a:p>
                  </a:txBody>
                  <a:tcPr/>
                </a:tc>
                <a:extLst>
                  <a:ext uri="{0D108BD9-81ED-4DB2-BD59-A6C34878D82A}">
                    <a16:rowId xmlns:a16="http://schemas.microsoft.com/office/drawing/2014/main" val="2088567643"/>
                  </a:ext>
                </a:extLst>
              </a:tr>
            </a:tbl>
          </a:graphicData>
        </a:graphic>
      </p:graphicFrame>
    </p:spTree>
    <p:extLst>
      <p:ext uri="{BB962C8B-B14F-4D97-AF65-F5344CB8AC3E}">
        <p14:creationId xmlns:p14="http://schemas.microsoft.com/office/powerpoint/2010/main" val="385330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40AE2-62A9-BFCE-774A-C9E5A345CA1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5EF6807-7D84-0A2E-5A1D-E4DEDA287F8D}"/>
              </a:ext>
            </a:extLst>
          </p:cNvPr>
          <p:cNvSpPr>
            <a:spLocks noGrp="1"/>
          </p:cNvSpPr>
          <p:nvPr>
            <p:ph type="title"/>
          </p:nvPr>
        </p:nvSpPr>
        <p:spPr>
          <a:xfrm>
            <a:off x="63655" y="18757"/>
            <a:ext cx="7740000" cy="655200"/>
          </a:xfrm>
        </p:spPr>
        <p:txBody>
          <a:bodyPr>
            <a:normAutofit/>
          </a:bodyPr>
          <a:lstStyle/>
          <a:p>
            <a:r>
              <a:rPr lang="en-US" altLang="zh-CN" dirty="0">
                <a:latin typeface="Microsoft YaHei" panose="020B0503020204020204" pitchFamily="34" charset="-122"/>
                <a:ea typeface="Microsoft YaHei" panose="020B0503020204020204" pitchFamily="34" charset="-122"/>
              </a:rPr>
              <a:t>CL3(PA3.1</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PA3.2)</a:t>
            </a:r>
            <a:r>
              <a:rPr lang="zh-CN" altLang="en-US" dirty="0">
                <a:latin typeface="Microsoft YaHei" panose="020B0503020204020204" pitchFamily="34" charset="-122"/>
                <a:ea typeface="Microsoft YaHei" panose="020B0503020204020204" pitchFamily="34" charset="-122"/>
              </a:rPr>
              <a:t>过程</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EFFF569F-A54E-3C02-3585-4B8AC940D092}"/>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6F56A3DC-6CD2-E57A-981D-28ACCB1B0894}"/>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40</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FA1FD124-898A-6B31-BB41-DE2ABAF7AF2E}"/>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PA3.1</a:t>
            </a:r>
            <a:r>
              <a:rPr lang="zh-CN" altLang="en-US" dirty="0">
                <a:solidFill>
                  <a:srgbClr val="2400B0"/>
                </a:solidFill>
                <a:latin typeface="Microsoft YaHei" panose="020B0503020204020204" pitchFamily="34" charset="-122"/>
                <a:ea typeface="Microsoft YaHei" panose="020B0503020204020204" pitchFamily="34" charset="-122"/>
              </a:rPr>
              <a:t>与</a:t>
            </a:r>
            <a:r>
              <a:rPr lang="en-US" altLang="zh-CN" dirty="0">
                <a:solidFill>
                  <a:srgbClr val="2400B0"/>
                </a:solidFill>
                <a:latin typeface="Microsoft YaHei" panose="020B0503020204020204" pitchFamily="34" charset="-122"/>
                <a:ea typeface="Microsoft YaHei" panose="020B0503020204020204" pitchFamily="34" charset="-122"/>
              </a:rPr>
              <a:t>PA3.2</a:t>
            </a:r>
            <a:r>
              <a:rPr lang="zh-CN" altLang="en-US" dirty="0">
                <a:solidFill>
                  <a:srgbClr val="2400B0"/>
                </a:solidFill>
                <a:latin typeface="Microsoft YaHei" panose="020B0503020204020204" pitchFamily="34" charset="-122"/>
                <a:ea typeface="Microsoft YaHei" panose="020B0503020204020204" pitchFamily="34" charset="-122"/>
              </a:rPr>
              <a:t>的关系</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
        <p:nvSpPr>
          <p:cNvPr id="6" name="正方形/長方形 5">
            <a:extLst>
              <a:ext uri="{FF2B5EF4-FFF2-40B4-BE49-F238E27FC236}">
                <a16:creationId xmlns:a16="http://schemas.microsoft.com/office/drawing/2014/main" id="{6EDDB60C-5E16-92E2-535C-D2EB5088B1BB}"/>
              </a:ext>
            </a:extLst>
          </p:cNvPr>
          <p:cNvSpPr/>
          <p:nvPr/>
        </p:nvSpPr>
        <p:spPr>
          <a:xfrm>
            <a:off x="879716" y="1708981"/>
            <a:ext cx="2853558" cy="1087821"/>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200" dirty="0">
                <a:solidFill>
                  <a:schemeClr val="dk1"/>
                </a:solidFill>
                <a:latin typeface="Microsoft YaHei" panose="020B0503020204020204" pitchFamily="34" charset="-122"/>
                <a:ea typeface="Microsoft YaHei" panose="020B0503020204020204" pitchFamily="34" charset="-122"/>
              </a:rPr>
              <a:t>GP 3.1.1 </a:t>
            </a:r>
            <a:r>
              <a:rPr kumimoji="1" lang="zh-CN" altLang="en-US" sz="1200" dirty="0">
                <a:solidFill>
                  <a:schemeClr val="dk1"/>
                </a:solidFill>
                <a:latin typeface="Microsoft YaHei" panose="020B0503020204020204" pitchFamily="34" charset="-122"/>
                <a:ea typeface="Microsoft YaHei" panose="020B0503020204020204" pitchFamily="34" charset="-122"/>
              </a:rPr>
              <a:t>建立和维护标准过程	</a:t>
            </a:r>
          </a:p>
          <a:p>
            <a:pPr lvl="0" defTabSz="685800">
              <a:defRPr/>
            </a:pPr>
            <a:r>
              <a:rPr kumimoji="1" lang="en-US" altLang="ja-JP" sz="1200" dirty="0">
                <a:solidFill>
                  <a:schemeClr val="dk1"/>
                </a:solidFill>
                <a:latin typeface="Microsoft YaHei" panose="020B0503020204020204" pitchFamily="34" charset="-122"/>
                <a:ea typeface="Microsoft YaHei" panose="020B0503020204020204" pitchFamily="34" charset="-122"/>
              </a:rPr>
              <a:t>GP 3.1.2 </a:t>
            </a:r>
            <a:r>
              <a:rPr kumimoji="1" lang="ja-JP" altLang="en-US" sz="1200" dirty="0">
                <a:solidFill>
                  <a:schemeClr val="dk1"/>
                </a:solidFill>
                <a:latin typeface="Microsoft YaHei" panose="020B0503020204020204" pitchFamily="34" charset="-122"/>
                <a:ea typeface="Microsoft YaHei" panose="020B0503020204020204" pitchFamily="34" charset="-122"/>
              </a:rPr>
              <a:t>确定所需的能力	</a:t>
            </a:r>
          </a:p>
          <a:p>
            <a:pPr lvl="0" defTabSz="685800">
              <a:defRPr/>
            </a:pPr>
            <a:r>
              <a:rPr kumimoji="1" lang="en-US" altLang="zh-CN" sz="1200" dirty="0">
                <a:solidFill>
                  <a:schemeClr val="dk1"/>
                </a:solidFill>
                <a:latin typeface="Microsoft YaHei" panose="020B0503020204020204" pitchFamily="34" charset="-122"/>
                <a:ea typeface="Microsoft YaHei" panose="020B0503020204020204" pitchFamily="34" charset="-122"/>
              </a:rPr>
              <a:t>GP 3.1.3 </a:t>
            </a:r>
            <a:r>
              <a:rPr kumimoji="1" lang="zh-CN" altLang="en-US" sz="1200" dirty="0">
                <a:solidFill>
                  <a:schemeClr val="dk1"/>
                </a:solidFill>
                <a:latin typeface="Microsoft YaHei" panose="020B0503020204020204" pitchFamily="34" charset="-122"/>
                <a:ea typeface="Microsoft YaHei" panose="020B0503020204020204" pitchFamily="34" charset="-122"/>
              </a:rPr>
              <a:t>确定所需资源	</a:t>
            </a:r>
          </a:p>
          <a:p>
            <a:pPr lvl="0" defTabSz="685800">
              <a:defRPr/>
            </a:pPr>
            <a:r>
              <a:rPr kumimoji="1" lang="en-US" altLang="zh-CN" sz="1200" dirty="0">
                <a:solidFill>
                  <a:schemeClr val="dk1"/>
                </a:solidFill>
                <a:latin typeface="Microsoft YaHei" panose="020B0503020204020204" pitchFamily="34" charset="-122"/>
                <a:ea typeface="Microsoft YaHei" panose="020B0503020204020204" pitchFamily="34" charset="-122"/>
              </a:rPr>
              <a:t>GP 3.1.4 </a:t>
            </a:r>
            <a:r>
              <a:rPr kumimoji="1" lang="zh-CN" altLang="en-US" sz="1200" dirty="0">
                <a:solidFill>
                  <a:schemeClr val="dk1"/>
                </a:solidFill>
                <a:latin typeface="Microsoft YaHei" panose="020B0503020204020204" pitchFamily="34" charset="-122"/>
                <a:ea typeface="Microsoft YaHei" panose="020B0503020204020204" pitchFamily="34" charset="-122"/>
              </a:rPr>
              <a:t>确定监控标准过程的适当方法</a:t>
            </a:r>
            <a:endParaRPr kumimoji="1" lang="ja-JP" altLang="en-US" sz="1200" dirty="0" err="1">
              <a:solidFill>
                <a:schemeClr val="tx1"/>
              </a:solidFill>
            </a:endParaRPr>
          </a:p>
        </p:txBody>
      </p:sp>
      <p:sp>
        <p:nvSpPr>
          <p:cNvPr id="7" name="正方形/長方形 6">
            <a:extLst>
              <a:ext uri="{FF2B5EF4-FFF2-40B4-BE49-F238E27FC236}">
                <a16:creationId xmlns:a16="http://schemas.microsoft.com/office/drawing/2014/main" id="{0DF9AC40-E87C-A5B2-8716-B83593C35384}"/>
              </a:ext>
            </a:extLst>
          </p:cNvPr>
          <p:cNvSpPr/>
          <p:nvPr/>
        </p:nvSpPr>
        <p:spPr>
          <a:xfrm>
            <a:off x="1701177" y="1371441"/>
            <a:ext cx="955346" cy="2270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latin typeface="Microsoft YaHei" panose="020B0503020204020204" pitchFamily="34" charset="-122"/>
                <a:ea typeface="Microsoft YaHei" panose="020B0503020204020204" pitchFamily="34" charset="-122"/>
              </a:rPr>
              <a:t>PA3.1</a:t>
            </a:r>
            <a:r>
              <a:rPr kumimoji="1" lang="zh-CN" altLang="en-US" sz="1200" dirty="0">
                <a:solidFill>
                  <a:schemeClr val="tx1"/>
                </a:solidFill>
                <a:latin typeface="Microsoft YaHei" panose="020B0503020204020204" pitchFamily="34" charset="-122"/>
                <a:ea typeface="Microsoft YaHei" panose="020B0503020204020204" pitchFamily="34" charset="-122"/>
              </a:rPr>
              <a:t>定义</a:t>
            </a:r>
            <a:endParaRPr kumimoji="1" lang="ja-JP" altLang="en-US" sz="1200" dirty="0" err="1">
              <a:solidFill>
                <a:schemeClr val="tx1"/>
              </a:solidFill>
              <a:latin typeface="Microsoft YaHei" panose="020B0503020204020204" pitchFamily="34" charset="-122"/>
              <a:ea typeface="Microsoft YaHei" panose="020B0503020204020204" pitchFamily="34" charset="-122"/>
            </a:endParaRPr>
          </a:p>
        </p:txBody>
      </p:sp>
      <p:sp>
        <p:nvSpPr>
          <p:cNvPr id="8" name="正方形/長方形 7">
            <a:extLst>
              <a:ext uri="{FF2B5EF4-FFF2-40B4-BE49-F238E27FC236}">
                <a16:creationId xmlns:a16="http://schemas.microsoft.com/office/drawing/2014/main" id="{3E1BFE15-0478-6C13-13C0-1810CD944E16}"/>
              </a:ext>
            </a:extLst>
          </p:cNvPr>
          <p:cNvSpPr/>
          <p:nvPr/>
        </p:nvSpPr>
        <p:spPr>
          <a:xfrm>
            <a:off x="4452627" y="1703164"/>
            <a:ext cx="2853558" cy="1087821"/>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en-US" altLang="zh-CN" sz="1200" dirty="0">
                <a:solidFill>
                  <a:schemeClr val="dk1"/>
                </a:solidFill>
                <a:latin typeface="Microsoft YaHei" panose="020B0503020204020204" pitchFamily="34" charset="-122"/>
                <a:ea typeface="Microsoft YaHei" panose="020B0503020204020204" pitchFamily="34" charset="-122"/>
              </a:rPr>
              <a:t>GP 3.2.1 </a:t>
            </a:r>
            <a:r>
              <a:rPr kumimoji="1" lang="zh-CN" altLang="en-US" sz="1200" dirty="0">
                <a:solidFill>
                  <a:schemeClr val="dk1"/>
                </a:solidFill>
                <a:latin typeface="Microsoft YaHei" panose="020B0503020204020204" pitchFamily="34" charset="-122"/>
                <a:ea typeface="Microsoft YaHei" panose="020B0503020204020204" pitchFamily="34" charset="-122"/>
              </a:rPr>
              <a:t>部署已定义的过程	</a:t>
            </a:r>
          </a:p>
          <a:p>
            <a:pPr lvl="0" defTabSz="685800">
              <a:defRPr/>
            </a:pPr>
            <a:r>
              <a:rPr kumimoji="1" lang="en-US" altLang="ja-JP" sz="1200" dirty="0">
                <a:solidFill>
                  <a:schemeClr val="dk1"/>
                </a:solidFill>
                <a:latin typeface="Microsoft YaHei" panose="020B0503020204020204" pitchFamily="34" charset="-122"/>
                <a:ea typeface="Microsoft YaHei" panose="020B0503020204020204" pitchFamily="34" charset="-122"/>
              </a:rPr>
              <a:t>GP 3.2.2 </a:t>
            </a:r>
            <a:r>
              <a:rPr kumimoji="1" lang="ja-JP" altLang="en-US" sz="1200" dirty="0">
                <a:solidFill>
                  <a:schemeClr val="dk1"/>
                </a:solidFill>
                <a:latin typeface="Microsoft YaHei" panose="020B0503020204020204" pitchFamily="34" charset="-122"/>
                <a:ea typeface="Microsoft YaHei" panose="020B0503020204020204" pitchFamily="34" charset="-122"/>
              </a:rPr>
              <a:t>确保所需的能力	</a:t>
            </a:r>
          </a:p>
          <a:p>
            <a:pPr lvl="0" defTabSz="685800">
              <a:defRPr/>
            </a:pPr>
            <a:r>
              <a:rPr kumimoji="1" lang="en-US" altLang="zh-CN" sz="1200" dirty="0">
                <a:solidFill>
                  <a:schemeClr val="dk1"/>
                </a:solidFill>
                <a:latin typeface="Microsoft YaHei" panose="020B0503020204020204" pitchFamily="34" charset="-122"/>
                <a:ea typeface="Microsoft YaHei" panose="020B0503020204020204" pitchFamily="34" charset="-122"/>
              </a:rPr>
              <a:t>GP 3.2.3 </a:t>
            </a:r>
            <a:r>
              <a:rPr kumimoji="1" lang="zh-CN" altLang="en-US" sz="1200" dirty="0">
                <a:solidFill>
                  <a:schemeClr val="dk1"/>
                </a:solidFill>
                <a:latin typeface="Microsoft YaHei" panose="020B0503020204020204" pitchFamily="34" charset="-122"/>
                <a:ea typeface="Microsoft YaHei" panose="020B0503020204020204" pitchFamily="34" charset="-122"/>
              </a:rPr>
              <a:t>确保所需资源	</a:t>
            </a:r>
          </a:p>
          <a:p>
            <a:pPr lvl="0" defTabSz="685800">
              <a:defRPr/>
            </a:pPr>
            <a:r>
              <a:rPr kumimoji="1" lang="en-US" altLang="zh-CN" sz="1200" dirty="0">
                <a:solidFill>
                  <a:schemeClr val="dk1"/>
                </a:solidFill>
                <a:latin typeface="Microsoft YaHei" panose="020B0503020204020204" pitchFamily="34" charset="-122"/>
                <a:ea typeface="Microsoft YaHei" panose="020B0503020204020204" pitchFamily="34" charset="-122"/>
              </a:rPr>
              <a:t>GP 3.2.4 </a:t>
            </a:r>
            <a:r>
              <a:rPr kumimoji="1" lang="zh-CN" altLang="en-US" sz="1200" dirty="0">
                <a:solidFill>
                  <a:schemeClr val="dk1"/>
                </a:solidFill>
                <a:latin typeface="Microsoft YaHei" panose="020B0503020204020204" pitchFamily="34" charset="-122"/>
                <a:ea typeface="Microsoft YaHei" panose="020B0503020204020204" pitchFamily="34" charset="-122"/>
              </a:rPr>
              <a:t>监控已定义过程的绩效</a:t>
            </a:r>
            <a:endParaRPr kumimoji="1" lang="ja-JP" altLang="en-US" sz="1200" dirty="0" err="1">
              <a:solidFill>
                <a:schemeClr val="tx1"/>
              </a:solidFill>
            </a:endParaRPr>
          </a:p>
        </p:txBody>
      </p:sp>
      <p:sp>
        <p:nvSpPr>
          <p:cNvPr id="9" name="正方形/長方形 8">
            <a:extLst>
              <a:ext uri="{FF2B5EF4-FFF2-40B4-BE49-F238E27FC236}">
                <a16:creationId xmlns:a16="http://schemas.microsoft.com/office/drawing/2014/main" id="{B110835F-9B7D-2E2F-6B65-9527D243D440}"/>
              </a:ext>
            </a:extLst>
          </p:cNvPr>
          <p:cNvSpPr/>
          <p:nvPr/>
        </p:nvSpPr>
        <p:spPr>
          <a:xfrm>
            <a:off x="5235044" y="1405477"/>
            <a:ext cx="1096435" cy="22702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200" dirty="0">
                <a:solidFill>
                  <a:schemeClr val="tx1"/>
                </a:solidFill>
                <a:latin typeface="Microsoft YaHei" panose="020B0503020204020204" pitchFamily="34" charset="-122"/>
                <a:ea typeface="Microsoft YaHei" panose="020B0503020204020204" pitchFamily="34" charset="-122"/>
              </a:rPr>
              <a:t>PA3.2</a:t>
            </a:r>
            <a:r>
              <a:rPr kumimoji="1" lang="zh-CN" altLang="en-US" sz="1200" dirty="0">
                <a:solidFill>
                  <a:schemeClr val="tx1"/>
                </a:solidFill>
                <a:latin typeface="Microsoft YaHei" panose="020B0503020204020204" pitchFamily="34" charset="-122"/>
                <a:ea typeface="Microsoft YaHei" panose="020B0503020204020204" pitchFamily="34" charset="-122"/>
              </a:rPr>
              <a:t>实施</a:t>
            </a:r>
            <a:endParaRPr kumimoji="1" lang="ja-JP" altLang="en-US" sz="1200" dirty="0" err="1">
              <a:solidFill>
                <a:schemeClr val="tx1"/>
              </a:solidFill>
              <a:latin typeface="Microsoft YaHei" panose="020B0503020204020204" pitchFamily="34" charset="-122"/>
              <a:ea typeface="Microsoft YaHei" panose="020B0503020204020204" pitchFamily="34" charset="-122"/>
            </a:endParaRPr>
          </a:p>
        </p:txBody>
      </p:sp>
      <p:sp>
        <p:nvSpPr>
          <p:cNvPr id="10" name="矢印: 左右 9">
            <a:extLst>
              <a:ext uri="{FF2B5EF4-FFF2-40B4-BE49-F238E27FC236}">
                <a16:creationId xmlns:a16="http://schemas.microsoft.com/office/drawing/2014/main" id="{7A2FC466-1CC5-C404-4324-26EEF640710A}"/>
              </a:ext>
            </a:extLst>
          </p:cNvPr>
          <p:cNvSpPr/>
          <p:nvPr/>
        </p:nvSpPr>
        <p:spPr>
          <a:xfrm>
            <a:off x="3752798" y="2106091"/>
            <a:ext cx="699829" cy="353216"/>
          </a:xfrm>
          <a:prstGeom prst="leftRightArrow">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2" name="雲 11">
            <a:extLst>
              <a:ext uri="{FF2B5EF4-FFF2-40B4-BE49-F238E27FC236}">
                <a16:creationId xmlns:a16="http://schemas.microsoft.com/office/drawing/2014/main" id="{40B8F322-2973-1A70-68A3-B0A08B8A8E29}"/>
              </a:ext>
            </a:extLst>
          </p:cNvPr>
          <p:cNvSpPr/>
          <p:nvPr/>
        </p:nvSpPr>
        <p:spPr>
          <a:xfrm>
            <a:off x="3506775" y="3270572"/>
            <a:ext cx="1191874" cy="517109"/>
          </a:xfrm>
          <a:prstGeom prst="cloud">
            <a:avLst/>
          </a:prstGeom>
          <a:solidFill>
            <a:srgbClr val="0B9ADC"/>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CN" altLang="en-US" sz="1100" dirty="0">
                <a:solidFill>
                  <a:schemeClr val="tx1"/>
                </a:solidFill>
                <a:latin typeface="Microsoft YaHei" panose="020B0503020204020204" pitchFamily="34" charset="-122"/>
                <a:ea typeface="Microsoft YaHei" panose="020B0503020204020204" pitchFamily="34" charset="-122"/>
              </a:rPr>
              <a:t>所在组织如何落实？</a:t>
            </a:r>
            <a:endParaRPr kumimoji="1" lang="ja-JP" altLang="en-US" sz="11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197728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7AAB0-A9D4-DAC1-B902-EFF05DEBC665}"/>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AB297E6-1BF7-D1B3-EA14-9F947F7564B8}"/>
              </a:ext>
            </a:extLst>
          </p:cNvPr>
          <p:cNvSpPr>
            <a:spLocks noGrp="1"/>
          </p:cNvSpPr>
          <p:nvPr>
            <p:ph type="title"/>
          </p:nvPr>
        </p:nvSpPr>
        <p:spPr>
          <a:xfrm>
            <a:off x="63655" y="18757"/>
            <a:ext cx="7740000" cy="655200"/>
          </a:xfrm>
        </p:spPr>
        <p:txBody>
          <a:bodyPr>
            <a:normAutofit/>
          </a:bodyPr>
          <a:lstStyle/>
          <a:p>
            <a:r>
              <a:rPr lang="zh-CN" altLang="en-US" dirty="0">
                <a:latin typeface="Microsoft YaHei" panose="020B0503020204020204" pitchFamily="34" charset="-122"/>
                <a:ea typeface="Microsoft YaHei" panose="020B0503020204020204" pitchFamily="34" charset="-122"/>
              </a:rPr>
              <a:t>总结</a:t>
            </a:r>
            <a:endParaRPr lang="en-US" altLang="zh-CN"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86F72E71-B427-255C-CDBC-D435E8B1C51C}"/>
              </a:ext>
            </a:extLst>
          </p:cNvPr>
          <p:cNvSpPr>
            <a:spLocks noGrp="1"/>
          </p:cNvSpPr>
          <p:nvPr>
            <p:ph type="ftr" sz="quarter" idx="3"/>
          </p:nvPr>
        </p:nvSpPr>
        <p:spPr/>
        <p:txBody>
          <a:bodyPr/>
          <a:lstStyle/>
          <a:p>
            <a:r>
              <a:rPr lang="en-US" altLang="ja-JP" dirty="0">
                <a:latin typeface="Microsoft YaHei" panose="020B0503020204020204" pitchFamily="34" charset="-122"/>
                <a:ea typeface="Microsoft YaHei" panose="020B0503020204020204" pitchFamily="34" charset="-122"/>
              </a:rPr>
              <a:t>© 2025 FNST</a:t>
            </a:r>
            <a:endParaRPr lang="de-DE" altLang="ja-JP" dirty="0">
              <a:latin typeface="Microsoft YaHei" panose="020B0503020204020204" pitchFamily="34" charset="-122"/>
              <a:ea typeface="Microsoft YaHei" panose="020B0503020204020204" pitchFamily="34" charset="-122"/>
            </a:endParaRPr>
          </a:p>
        </p:txBody>
      </p:sp>
      <p:sp>
        <p:nvSpPr>
          <p:cNvPr id="3" name="スライド番号プレースホルダー 2">
            <a:extLst>
              <a:ext uri="{FF2B5EF4-FFF2-40B4-BE49-F238E27FC236}">
                <a16:creationId xmlns:a16="http://schemas.microsoft.com/office/drawing/2014/main" id="{E0C4AF11-D25F-BC4D-BC12-079383A5541A}"/>
              </a:ext>
            </a:extLst>
          </p:cNvPr>
          <p:cNvSpPr>
            <a:spLocks noGrp="1"/>
          </p:cNvSpPr>
          <p:nvPr>
            <p:ph type="sldNum" sz="quarter" idx="4"/>
          </p:nvPr>
        </p:nvSpPr>
        <p:spPr/>
        <p:txBody>
          <a:bodyPr/>
          <a:lstStyle/>
          <a:p>
            <a:fld id="{4D029D89-7B63-4C94-AD4D-2E4D6BB83637}" type="slidenum">
              <a:rPr kumimoji="1" lang="ja-JP" altLang="en-US" smtClean="0">
                <a:latin typeface="Microsoft YaHei" panose="020B0503020204020204" pitchFamily="34" charset="-122"/>
                <a:ea typeface="Microsoft YaHei" panose="020B0503020204020204" pitchFamily="34" charset="-122"/>
              </a:rPr>
              <a:pPr/>
              <a:t>41</a:t>
            </a:fld>
            <a:endParaRPr kumimoji="1" lang="ja-JP" altLang="en-US">
              <a:latin typeface="Microsoft YaHei" panose="020B0503020204020204" pitchFamily="34" charset="-122"/>
              <a:ea typeface="Microsoft YaHei" panose="020B0503020204020204" pitchFamily="34" charset="-122"/>
            </a:endParaRPr>
          </a:p>
        </p:txBody>
      </p:sp>
      <p:sp>
        <p:nvSpPr>
          <p:cNvPr id="11" name="コンテンツ プレースホルダー 10">
            <a:extLst>
              <a:ext uri="{FF2B5EF4-FFF2-40B4-BE49-F238E27FC236}">
                <a16:creationId xmlns:a16="http://schemas.microsoft.com/office/drawing/2014/main" id="{CF9F5079-4488-BAF0-C775-0826A6298BAD}"/>
              </a:ext>
            </a:extLst>
          </p:cNvPr>
          <p:cNvSpPr>
            <a:spLocks noGrp="1"/>
          </p:cNvSpPr>
          <p:nvPr>
            <p:ph idx="1"/>
          </p:nvPr>
        </p:nvSpPr>
        <p:spPr>
          <a:xfrm>
            <a:off x="230400" y="750438"/>
            <a:ext cx="8679600" cy="4198933"/>
          </a:xfrm>
        </p:spPr>
        <p:txBody>
          <a:bodyPr/>
          <a:lstStyle/>
          <a:p>
            <a:r>
              <a:rPr lang="en-US" altLang="zh-CN" dirty="0">
                <a:solidFill>
                  <a:srgbClr val="2400B0"/>
                </a:solidFill>
                <a:latin typeface="Microsoft YaHei" panose="020B0503020204020204" pitchFamily="34" charset="-122"/>
                <a:ea typeface="Microsoft YaHei" panose="020B0503020204020204" pitchFamily="34" charset="-122"/>
              </a:rPr>
              <a:t>VDA SCOPE:PA1.1 PA2.1 PA2.2 PA3.1 PA3.2</a:t>
            </a:r>
          </a:p>
          <a:p>
            <a:endParaRPr lang="en-US" altLang="ja-JP" dirty="0">
              <a:solidFill>
                <a:srgbClr val="2400B0"/>
              </a:solidFill>
              <a:latin typeface="Microsoft YaHei" panose="020B0503020204020204" pitchFamily="34" charset="-122"/>
              <a:ea typeface="Microsoft YaHei" panose="020B0503020204020204" pitchFamily="34" charset="-122"/>
            </a:endParaRPr>
          </a:p>
          <a:p>
            <a:endParaRPr lang="en-US" altLang="ja-JP" dirty="0">
              <a:solidFill>
                <a:srgbClr val="2400B0"/>
              </a:solidFill>
              <a:latin typeface="Microsoft YaHei" panose="020B0503020204020204" pitchFamily="34" charset="-122"/>
              <a:ea typeface="Microsoft YaHei" panose="020B0503020204020204" pitchFamily="34" charset="-122"/>
            </a:endParaRPr>
          </a:p>
          <a:p>
            <a:endParaRPr lang="en-US" altLang="ja-JP" dirty="0">
              <a:solidFill>
                <a:srgbClr val="2400B0"/>
              </a:solidFill>
              <a:latin typeface="Microsoft YaHei" panose="020B0503020204020204" pitchFamily="34" charset="-122"/>
              <a:ea typeface="Microsoft YaHei" panose="020B0503020204020204" pitchFamily="34" charset="-122"/>
            </a:endParaRPr>
          </a:p>
          <a:p>
            <a:endParaRPr lang="en-US" altLang="ja-JP" dirty="0">
              <a:solidFill>
                <a:srgbClr val="2400B0"/>
              </a:solidFill>
              <a:latin typeface="Microsoft YaHei" panose="020B0503020204020204" pitchFamily="34" charset="-122"/>
              <a:ea typeface="Microsoft YaHei" panose="020B0503020204020204" pitchFamily="34" charset="-122"/>
            </a:endParaRPr>
          </a:p>
          <a:p>
            <a:endParaRPr lang="en-US" altLang="ja-JP" dirty="0">
              <a:solidFill>
                <a:srgbClr val="2400B0"/>
              </a:solidFill>
              <a:latin typeface="Microsoft YaHei" panose="020B0503020204020204" pitchFamily="34" charset="-122"/>
              <a:ea typeface="Microsoft YaHei" panose="020B0503020204020204" pitchFamily="34" charset="-122"/>
            </a:endParaRPr>
          </a:p>
          <a:p>
            <a:endParaRPr lang="en-US" altLang="ja-JP" dirty="0">
              <a:solidFill>
                <a:srgbClr val="2400B0"/>
              </a:solidFill>
              <a:latin typeface="Microsoft YaHei" panose="020B0503020204020204" pitchFamily="34" charset="-122"/>
              <a:ea typeface="Microsoft YaHei" panose="020B0503020204020204" pitchFamily="34" charset="-122"/>
            </a:endParaRPr>
          </a:p>
          <a:p>
            <a:r>
              <a:rPr lang="zh-CN" altLang="en-US" dirty="0">
                <a:solidFill>
                  <a:srgbClr val="2400B0"/>
                </a:solidFill>
                <a:latin typeface="Microsoft YaHei" panose="020B0503020204020204" pitchFamily="34" charset="-122"/>
                <a:ea typeface="Microsoft YaHei" panose="020B0503020204020204" pitchFamily="34" charset="-122"/>
              </a:rPr>
              <a:t>注意点</a:t>
            </a:r>
            <a:endParaRPr lang="en-US" altLang="zh-CN"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100" dirty="0">
                <a:solidFill>
                  <a:srgbClr val="2400B0"/>
                </a:solidFill>
                <a:latin typeface="Microsoft YaHei" panose="020B0503020204020204" pitchFamily="34" charset="-122"/>
                <a:ea typeface="Microsoft YaHei" panose="020B0503020204020204" pitchFamily="34" charset="-122"/>
              </a:rPr>
              <a:t>各个过程的文档可以合并成一份，也可以单独管理。</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100" dirty="0">
                <a:solidFill>
                  <a:srgbClr val="2400B0"/>
                </a:solidFill>
                <a:latin typeface="Microsoft YaHei" panose="020B0503020204020204" pitchFamily="34" charset="-122"/>
                <a:ea typeface="Microsoft YaHei" panose="020B0503020204020204" pitchFamily="34" charset="-122"/>
              </a:rPr>
              <a:t>实际作业过程中流程划分不需要和</a:t>
            </a:r>
            <a:r>
              <a:rPr lang="en-US" altLang="zh-CN" sz="1100" dirty="0">
                <a:solidFill>
                  <a:srgbClr val="2400B0"/>
                </a:solidFill>
                <a:latin typeface="Microsoft YaHei" panose="020B0503020204020204" pitchFamily="34" charset="-122"/>
                <a:ea typeface="Microsoft YaHei" panose="020B0503020204020204" pitchFamily="34" charset="-122"/>
              </a:rPr>
              <a:t>ASPICE</a:t>
            </a:r>
            <a:r>
              <a:rPr lang="zh-CN" altLang="en-US" sz="1100" dirty="0">
                <a:solidFill>
                  <a:srgbClr val="2400B0"/>
                </a:solidFill>
                <a:latin typeface="Microsoft YaHei" panose="020B0503020204020204" pitchFamily="34" charset="-122"/>
                <a:ea typeface="Microsoft YaHei" panose="020B0503020204020204" pitchFamily="34" charset="-122"/>
              </a:rPr>
              <a:t>一模一样，只要活动满足实践要求即可。</a:t>
            </a:r>
            <a:endParaRPr lang="en-US" altLang="ja-JP" sz="11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
        <p:nvSpPr>
          <p:cNvPr id="5" name="テキスト ボックス 4">
            <a:extLst>
              <a:ext uri="{FF2B5EF4-FFF2-40B4-BE49-F238E27FC236}">
                <a16:creationId xmlns:a16="http://schemas.microsoft.com/office/drawing/2014/main" id="{48251199-DB9E-BEB0-78A2-C089BA28D424}"/>
              </a:ext>
            </a:extLst>
          </p:cNvPr>
          <p:cNvSpPr txBox="1"/>
          <p:nvPr/>
        </p:nvSpPr>
        <p:spPr>
          <a:xfrm>
            <a:off x="664227" y="1664457"/>
            <a:ext cx="1509387" cy="685578"/>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软件工程过程组</a:t>
            </a:r>
            <a:r>
              <a:rPr lang="en-US" altLang="zh-CN" sz="1100" b="1" dirty="0">
                <a:solidFill>
                  <a:schemeClr val="bg1"/>
                </a:solidFill>
                <a:latin typeface="微软雅黑" panose="020B0503020204020204" pitchFamily="34" charset="-122"/>
                <a:ea typeface="微软雅黑" panose="020B0503020204020204" pitchFamily="34" charset="-122"/>
              </a:rPr>
              <a:t>6</a:t>
            </a:r>
            <a:r>
              <a:rPr lang="zh-CN" altLang="en-US" sz="1100" b="1" dirty="0">
                <a:solidFill>
                  <a:schemeClr val="bg1"/>
                </a:solidFill>
                <a:latin typeface="微软雅黑" panose="020B0503020204020204" pitchFamily="34" charset="-122"/>
                <a:ea typeface="微软雅黑" panose="020B0503020204020204" pitchFamily="34" charset="-122"/>
              </a:rPr>
              <a:t>个，</a:t>
            </a:r>
            <a:endParaRPr lang="en-US" altLang="zh-CN" sz="11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en-US" altLang="zh-CN" sz="1100" b="1" dirty="0">
                <a:solidFill>
                  <a:schemeClr val="bg1"/>
                </a:solidFill>
                <a:latin typeface="微软雅黑" panose="020B0503020204020204" pitchFamily="34" charset="-122"/>
                <a:ea typeface="微软雅黑" panose="020B0503020204020204" pitchFamily="34" charset="-122"/>
              </a:rPr>
              <a:t>BP</a:t>
            </a:r>
            <a:r>
              <a:rPr lang="zh-CN" altLang="en-US" sz="1100" b="1" dirty="0">
                <a:solidFill>
                  <a:schemeClr val="bg1"/>
                </a:solidFill>
                <a:latin typeface="微软雅黑" panose="020B0503020204020204" pitchFamily="34" charset="-122"/>
                <a:ea typeface="微软雅黑" panose="020B0503020204020204" pitchFamily="34" charset="-122"/>
              </a:rPr>
              <a:t>活动</a:t>
            </a:r>
            <a:r>
              <a:rPr lang="en-US" altLang="zh-CN" sz="1100" b="1" dirty="0">
                <a:solidFill>
                  <a:schemeClr val="bg1"/>
                </a:solidFill>
                <a:latin typeface="微软雅黑" panose="020B0503020204020204" pitchFamily="34" charset="-122"/>
                <a:ea typeface="微软雅黑" panose="020B0503020204020204" pitchFamily="34" charset="-122"/>
              </a:rPr>
              <a:t>33</a:t>
            </a:r>
            <a:r>
              <a:rPr lang="zh-CN" altLang="en-US" sz="1100" b="1" dirty="0">
                <a:solidFill>
                  <a:schemeClr val="bg1"/>
                </a:solidFill>
                <a:latin typeface="微软雅黑" panose="020B0503020204020204" pitchFamily="34" charset="-122"/>
                <a:ea typeface="微软雅黑" panose="020B0503020204020204" pitchFamily="34" charset="-122"/>
              </a:rPr>
              <a:t>个。</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13" name="テキスト ボックス 12">
            <a:extLst>
              <a:ext uri="{FF2B5EF4-FFF2-40B4-BE49-F238E27FC236}">
                <a16:creationId xmlns:a16="http://schemas.microsoft.com/office/drawing/2014/main" id="{F3CA2004-4A65-669B-0905-AF247F412816}"/>
              </a:ext>
            </a:extLst>
          </p:cNvPr>
          <p:cNvSpPr txBox="1"/>
          <p:nvPr/>
        </p:nvSpPr>
        <p:spPr>
          <a:xfrm>
            <a:off x="664227" y="2507115"/>
            <a:ext cx="1509386" cy="685578"/>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100" b="1" dirty="0">
                <a:solidFill>
                  <a:schemeClr val="bg1"/>
                </a:solidFill>
                <a:latin typeface="微软雅黑" panose="020B0503020204020204" pitchFamily="34" charset="-122"/>
                <a:ea typeface="微软雅黑" panose="020B0503020204020204" pitchFamily="34" charset="-122"/>
              </a:rPr>
              <a:t>支持</a:t>
            </a:r>
            <a:r>
              <a:rPr lang="en-US" altLang="zh-CN" sz="1100" b="1" dirty="0">
                <a:solidFill>
                  <a:schemeClr val="bg1"/>
                </a:solidFill>
                <a:latin typeface="微软雅黑" panose="020B0503020204020204" pitchFamily="34" charset="-122"/>
                <a:ea typeface="微软雅黑" panose="020B0503020204020204" pitchFamily="34" charset="-122"/>
              </a:rPr>
              <a:t>&amp;</a:t>
            </a:r>
            <a:r>
              <a:rPr lang="zh-CN" altLang="en-US" sz="1100" b="1" dirty="0">
                <a:solidFill>
                  <a:schemeClr val="bg1"/>
                </a:solidFill>
                <a:latin typeface="微软雅黑" panose="020B0503020204020204" pitchFamily="34" charset="-122"/>
                <a:ea typeface="微软雅黑" panose="020B0503020204020204" pitchFamily="34" charset="-122"/>
              </a:rPr>
              <a:t>管理过程组</a:t>
            </a:r>
            <a:r>
              <a:rPr lang="en-US" altLang="zh-CN" sz="1100" b="1" dirty="0">
                <a:solidFill>
                  <a:schemeClr val="bg1"/>
                </a:solidFill>
                <a:latin typeface="微软雅黑" panose="020B0503020204020204" pitchFamily="34" charset="-122"/>
                <a:ea typeface="微软雅黑" panose="020B0503020204020204" pitchFamily="34" charset="-122"/>
              </a:rPr>
              <a:t>5</a:t>
            </a:r>
            <a:r>
              <a:rPr lang="zh-CN" altLang="en-US" sz="1100" b="1" dirty="0">
                <a:solidFill>
                  <a:schemeClr val="bg1"/>
                </a:solidFill>
                <a:latin typeface="微软雅黑" panose="020B0503020204020204" pitchFamily="34" charset="-122"/>
                <a:ea typeface="微软雅黑" panose="020B0503020204020204" pitchFamily="34" charset="-122"/>
              </a:rPr>
              <a:t>个，</a:t>
            </a:r>
            <a:r>
              <a:rPr lang="en-US" altLang="zh-CN" sz="1100" b="1" dirty="0">
                <a:solidFill>
                  <a:schemeClr val="bg1"/>
                </a:solidFill>
                <a:latin typeface="微软雅黑" panose="020B0503020204020204" pitchFamily="34" charset="-122"/>
                <a:ea typeface="微软雅黑" panose="020B0503020204020204" pitchFamily="34" charset="-122"/>
              </a:rPr>
              <a:t>BP</a:t>
            </a:r>
            <a:r>
              <a:rPr lang="zh-CN" altLang="en-US" sz="1100" b="1" dirty="0">
                <a:solidFill>
                  <a:schemeClr val="bg1"/>
                </a:solidFill>
                <a:latin typeface="微软雅黑" panose="020B0503020204020204" pitchFamily="34" charset="-122"/>
                <a:ea typeface="微软雅黑" panose="020B0503020204020204" pitchFamily="34" charset="-122"/>
              </a:rPr>
              <a:t>活动 </a:t>
            </a:r>
            <a:r>
              <a:rPr lang="en-US" altLang="zh-CN" sz="1100" b="1" dirty="0">
                <a:solidFill>
                  <a:schemeClr val="bg1"/>
                </a:solidFill>
                <a:latin typeface="微软雅黑" panose="020B0503020204020204" pitchFamily="34" charset="-122"/>
                <a:ea typeface="微软雅黑" panose="020B0503020204020204" pitchFamily="34" charset="-122"/>
              </a:rPr>
              <a:t>38</a:t>
            </a:r>
            <a:r>
              <a:rPr lang="zh-CN" altLang="en-US" sz="1100" b="1" dirty="0">
                <a:solidFill>
                  <a:schemeClr val="bg1"/>
                </a:solidFill>
                <a:latin typeface="微软雅黑" panose="020B0503020204020204" pitchFamily="34" charset="-122"/>
                <a:ea typeface="微软雅黑" panose="020B0503020204020204" pitchFamily="34" charset="-122"/>
              </a:rPr>
              <a:t>个。</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14" name="テキスト ボックス 13">
            <a:extLst>
              <a:ext uri="{FF2B5EF4-FFF2-40B4-BE49-F238E27FC236}">
                <a16:creationId xmlns:a16="http://schemas.microsoft.com/office/drawing/2014/main" id="{17B26B0A-BBBB-E255-D0D1-65C4E20BFB71}"/>
              </a:ext>
            </a:extLst>
          </p:cNvPr>
          <p:cNvSpPr txBox="1"/>
          <p:nvPr/>
        </p:nvSpPr>
        <p:spPr>
          <a:xfrm>
            <a:off x="706432" y="1143844"/>
            <a:ext cx="1467181" cy="366625"/>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900" b="1" dirty="0">
                <a:solidFill>
                  <a:schemeClr val="bg1"/>
                </a:solidFill>
                <a:latin typeface="微软雅黑" panose="020B0503020204020204" pitchFamily="34" charset="-122"/>
                <a:ea typeface="微软雅黑" panose="020B0503020204020204" pitchFamily="34" charset="-122"/>
              </a:rPr>
              <a:t>PA1.1(</a:t>
            </a:r>
            <a:r>
              <a:rPr lang="zh-CN" altLang="en-US" sz="900" b="1" dirty="0">
                <a:solidFill>
                  <a:schemeClr val="bg1"/>
                </a:solidFill>
                <a:latin typeface="微软雅黑" panose="020B0503020204020204" pitchFamily="34" charset="-122"/>
                <a:ea typeface="微软雅黑" panose="020B0503020204020204" pitchFamily="34" charset="-122"/>
              </a:rPr>
              <a:t>以软件工程为例</a:t>
            </a:r>
            <a:r>
              <a:rPr lang="en-US" altLang="zh-CN" sz="900" b="1" dirty="0">
                <a:solidFill>
                  <a:schemeClr val="bg1"/>
                </a:solidFill>
                <a:latin typeface="微软雅黑" panose="020B0503020204020204" pitchFamily="34" charset="-122"/>
                <a:ea typeface="微软雅黑" panose="020B0503020204020204" pitchFamily="34" charset="-122"/>
              </a:rPr>
              <a:t>)</a:t>
            </a:r>
          </a:p>
        </p:txBody>
      </p:sp>
      <p:sp>
        <p:nvSpPr>
          <p:cNvPr id="15" name="テキスト ボックス 14">
            <a:extLst>
              <a:ext uri="{FF2B5EF4-FFF2-40B4-BE49-F238E27FC236}">
                <a16:creationId xmlns:a16="http://schemas.microsoft.com/office/drawing/2014/main" id="{F7CFDD93-F327-29C1-2D30-9716B2959E64}"/>
              </a:ext>
            </a:extLst>
          </p:cNvPr>
          <p:cNvSpPr txBox="1"/>
          <p:nvPr/>
        </p:nvSpPr>
        <p:spPr>
          <a:xfrm>
            <a:off x="2582705" y="1833254"/>
            <a:ext cx="1509387" cy="373436"/>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100" b="1" dirty="0">
                <a:solidFill>
                  <a:schemeClr val="bg1"/>
                </a:solidFill>
                <a:latin typeface="微软雅黑" panose="020B0503020204020204" pitchFamily="34" charset="-122"/>
                <a:ea typeface="微软雅黑" panose="020B0503020204020204" pitchFamily="34" charset="-122"/>
              </a:rPr>
              <a:t>GP</a:t>
            </a:r>
            <a:r>
              <a:rPr lang="zh-CN" altLang="en-US" sz="1100" b="1" dirty="0">
                <a:solidFill>
                  <a:schemeClr val="bg1"/>
                </a:solidFill>
                <a:latin typeface="微软雅黑" panose="020B0503020204020204" pitchFamily="34" charset="-122"/>
                <a:ea typeface="微软雅黑" panose="020B0503020204020204" pitchFamily="34" charset="-122"/>
              </a:rPr>
              <a:t>活动</a:t>
            </a:r>
            <a:r>
              <a:rPr lang="en-US" altLang="zh-CN" sz="1100" b="1" dirty="0">
                <a:solidFill>
                  <a:schemeClr val="bg1"/>
                </a:solidFill>
                <a:latin typeface="微软雅黑" panose="020B0503020204020204" pitchFamily="34" charset="-122"/>
                <a:ea typeface="微软雅黑" panose="020B0503020204020204" pitchFamily="34" charset="-122"/>
              </a:rPr>
              <a:t>10</a:t>
            </a:r>
            <a:r>
              <a:rPr lang="zh-CN" altLang="en-US" sz="1100" b="1" dirty="0">
                <a:solidFill>
                  <a:schemeClr val="bg1"/>
                </a:solidFill>
                <a:latin typeface="微软雅黑" panose="020B0503020204020204" pitchFamily="34" charset="-122"/>
                <a:ea typeface="微软雅黑" panose="020B0503020204020204" pitchFamily="34" charset="-122"/>
              </a:rPr>
              <a:t>个</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17" name="テキスト ボックス 16">
            <a:extLst>
              <a:ext uri="{FF2B5EF4-FFF2-40B4-BE49-F238E27FC236}">
                <a16:creationId xmlns:a16="http://schemas.microsoft.com/office/drawing/2014/main" id="{080BC31F-846F-D0B4-4D5B-7EFCD90FB891}"/>
              </a:ext>
            </a:extLst>
          </p:cNvPr>
          <p:cNvSpPr txBox="1"/>
          <p:nvPr/>
        </p:nvSpPr>
        <p:spPr>
          <a:xfrm>
            <a:off x="2624911" y="1143844"/>
            <a:ext cx="1467181" cy="366625"/>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900" b="1" dirty="0">
                <a:solidFill>
                  <a:schemeClr val="bg1"/>
                </a:solidFill>
                <a:latin typeface="微软雅黑" panose="020B0503020204020204" pitchFamily="34" charset="-122"/>
                <a:ea typeface="微软雅黑" panose="020B0503020204020204" pitchFamily="34" charset="-122"/>
              </a:rPr>
              <a:t>PA2.1 PA2.2</a:t>
            </a:r>
          </a:p>
        </p:txBody>
      </p:sp>
      <p:sp>
        <p:nvSpPr>
          <p:cNvPr id="18" name="テキスト ボックス 17">
            <a:extLst>
              <a:ext uri="{FF2B5EF4-FFF2-40B4-BE49-F238E27FC236}">
                <a16:creationId xmlns:a16="http://schemas.microsoft.com/office/drawing/2014/main" id="{EA8C56C9-C04F-D430-DFBC-76D3781E5D79}"/>
              </a:ext>
            </a:extLst>
          </p:cNvPr>
          <p:cNvSpPr txBox="1"/>
          <p:nvPr/>
        </p:nvSpPr>
        <p:spPr>
          <a:xfrm>
            <a:off x="4629219" y="1925792"/>
            <a:ext cx="1509387" cy="373436"/>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100" b="1" dirty="0">
                <a:solidFill>
                  <a:schemeClr val="bg1"/>
                </a:solidFill>
                <a:latin typeface="微软雅黑" panose="020B0503020204020204" pitchFamily="34" charset="-122"/>
                <a:ea typeface="微软雅黑" panose="020B0503020204020204" pitchFamily="34" charset="-122"/>
              </a:rPr>
              <a:t>GP</a:t>
            </a:r>
            <a:r>
              <a:rPr lang="zh-CN" altLang="en-US" sz="1100" b="1" dirty="0">
                <a:solidFill>
                  <a:schemeClr val="bg1"/>
                </a:solidFill>
                <a:latin typeface="微软雅黑" panose="020B0503020204020204" pitchFamily="34" charset="-122"/>
                <a:ea typeface="微软雅黑" panose="020B0503020204020204" pitchFamily="34" charset="-122"/>
              </a:rPr>
              <a:t>活动</a:t>
            </a:r>
            <a:r>
              <a:rPr lang="en-US" altLang="zh-CN" sz="1100" b="1" dirty="0">
                <a:solidFill>
                  <a:schemeClr val="bg1"/>
                </a:solidFill>
                <a:latin typeface="微软雅黑" panose="020B0503020204020204" pitchFamily="34" charset="-122"/>
                <a:ea typeface="微软雅黑" panose="020B0503020204020204" pitchFamily="34" charset="-122"/>
              </a:rPr>
              <a:t>8</a:t>
            </a:r>
            <a:r>
              <a:rPr lang="zh-CN" altLang="en-US" sz="1100" b="1" dirty="0">
                <a:solidFill>
                  <a:schemeClr val="bg1"/>
                </a:solidFill>
                <a:latin typeface="微软雅黑" panose="020B0503020204020204" pitchFamily="34" charset="-122"/>
                <a:ea typeface="微软雅黑" panose="020B0503020204020204" pitchFamily="34" charset="-122"/>
              </a:rPr>
              <a:t>个</a:t>
            </a:r>
            <a:endParaRPr lang="en-US" altLang="zh-CN" sz="1100" b="1" dirty="0">
              <a:solidFill>
                <a:schemeClr val="bg1"/>
              </a:solidFill>
              <a:latin typeface="微软雅黑" panose="020B0503020204020204" pitchFamily="34" charset="-122"/>
              <a:ea typeface="微软雅黑" panose="020B0503020204020204" pitchFamily="34" charset="-122"/>
            </a:endParaRPr>
          </a:p>
        </p:txBody>
      </p:sp>
      <p:sp>
        <p:nvSpPr>
          <p:cNvPr id="19" name="テキスト ボックス 18">
            <a:extLst>
              <a:ext uri="{FF2B5EF4-FFF2-40B4-BE49-F238E27FC236}">
                <a16:creationId xmlns:a16="http://schemas.microsoft.com/office/drawing/2014/main" id="{936AD00A-7C0A-2E34-AEB1-D8670040F66B}"/>
              </a:ext>
            </a:extLst>
          </p:cNvPr>
          <p:cNvSpPr txBox="1"/>
          <p:nvPr/>
        </p:nvSpPr>
        <p:spPr>
          <a:xfrm>
            <a:off x="4650321" y="1168128"/>
            <a:ext cx="1467181" cy="366625"/>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900" b="1" dirty="0">
                <a:solidFill>
                  <a:schemeClr val="bg1"/>
                </a:solidFill>
                <a:latin typeface="微软雅黑" panose="020B0503020204020204" pitchFamily="34" charset="-122"/>
                <a:ea typeface="微软雅黑" panose="020B0503020204020204" pitchFamily="34" charset="-122"/>
              </a:rPr>
              <a:t>PA3.1 PA3.2</a:t>
            </a:r>
          </a:p>
        </p:txBody>
      </p:sp>
      <p:sp>
        <p:nvSpPr>
          <p:cNvPr id="20" name="テキスト ボックス 19">
            <a:extLst>
              <a:ext uri="{FF2B5EF4-FFF2-40B4-BE49-F238E27FC236}">
                <a16:creationId xmlns:a16="http://schemas.microsoft.com/office/drawing/2014/main" id="{F5F22FDD-95AA-4ADE-66B0-3326BCC95529}"/>
              </a:ext>
            </a:extLst>
          </p:cNvPr>
          <p:cNvSpPr txBox="1"/>
          <p:nvPr/>
        </p:nvSpPr>
        <p:spPr>
          <a:xfrm>
            <a:off x="6500400" y="1143844"/>
            <a:ext cx="2093810" cy="3089374"/>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CL1:</a:t>
            </a:r>
          </a:p>
          <a:p>
            <a:pPr marL="0" lvl="2">
              <a:lnSpc>
                <a:spcPts val="2200"/>
              </a:lnSpc>
              <a:spcBef>
                <a:spcPts val="0"/>
              </a:spcBef>
            </a:pPr>
            <a:r>
              <a:rPr lang="zh-CN" altLang="en-US" sz="800" b="1" dirty="0">
                <a:solidFill>
                  <a:schemeClr val="bg1"/>
                </a:solidFill>
                <a:latin typeface="微软雅黑" panose="020B0503020204020204" pitchFamily="34" charset="-122"/>
                <a:ea typeface="微软雅黑" panose="020B0503020204020204" pitchFamily="34" charset="-122"/>
              </a:rPr>
              <a:t>个人能力很厉害，成功具有随机性。</a:t>
            </a:r>
            <a:endParaRPr lang="en-US" altLang="zh-CN" sz="8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CL2:</a:t>
            </a:r>
          </a:p>
          <a:p>
            <a:pPr marL="0" lvl="2">
              <a:lnSpc>
                <a:spcPts val="2200"/>
              </a:lnSpc>
              <a:spcBef>
                <a:spcPts val="0"/>
              </a:spcBef>
            </a:pPr>
            <a:r>
              <a:rPr lang="zh-CN" altLang="en-US" sz="800" b="1" dirty="0">
                <a:solidFill>
                  <a:schemeClr val="bg1"/>
                </a:solidFill>
                <a:latin typeface="微软雅黑" panose="020B0503020204020204" pitchFamily="34" charset="-122"/>
                <a:ea typeface="微软雅黑" panose="020B0503020204020204" pitchFamily="34" charset="-122"/>
              </a:rPr>
              <a:t>流程完善，成功可复制。</a:t>
            </a:r>
            <a:endParaRPr lang="en-US" altLang="zh-CN" sz="8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CL3:</a:t>
            </a:r>
          </a:p>
          <a:p>
            <a:pPr marL="0" lvl="2">
              <a:lnSpc>
                <a:spcPts val="2200"/>
              </a:lnSpc>
              <a:spcBef>
                <a:spcPts val="0"/>
              </a:spcBef>
            </a:pPr>
            <a:r>
              <a:rPr lang="zh-CN" altLang="en-US" sz="800" b="1" dirty="0">
                <a:solidFill>
                  <a:schemeClr val="bg1"/>
                </a:solidFill>
                <a:latin typeface="微软雅黑" panose="020B0503020204020204" pitchFamily="34" charset="-122"/>
                <a:ea typeface="微软雅黑" panose="020B0503020204020204" pitchFamily="34" charset="-122"/>
              </a:rPr>
              <a:t>流程背后有组织定义。</a:t>
            </a:r>
            <a:endParaRPr lang="en-US" altLang="zh-CN" sz="8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CL4:</a:t>
            </a:r>
          </a:p>
          <a:p>
            <a:pPr marL="0" lvl="2">
              <a:lnSpc>
                <a:spcPts val="2200"/>
              </a:lnSpc>
              <a:spcBef>
                <a:spcPts val="0"/>
              </a:spcBef>
            </a:pPr>
            <a:r>
              <a:rPr lang="zh-CN" altLang="en-US" sz="800" b="1" dirty="0">
                <a:solidFill>
                  <a:schemeClr val="bg1"/>
                </a:solidFill>
                <a:latin typeface="微软雅黑" panose="020B0503020204020204" pitchFamily="34" charset="-122"/>
                <a:ea typeface="微软雅黑" panose="020B0503020204020204" pitchFamily="34" charset="-122"/>
              </a:rPr>
              <a:t>可预测，如可用线性回归模型预测等。</a:t>
            </a:r>
            <a:endParaRPr lang="en-US" altLang="zh-CN" sz="800" b="1" dirty="0">
              <a:solidFill>
                <a:schemeClr val="bg1"/>
              </a:solidFill>
              <a:latin typeface="微软雅黑" panose="020B0503020204020204" pitchFamily="34" charset="-122"/>
              <a:ea typeface="微软雅黑" panose="020B0503020204020204" pitchFamily="34" charset="-122"/>
            </a:endParaRPr>
          </a:p>
          <a:p>
            <a:pPr marL="0" lvl="2">
              <a:lnSpc>
                <a:spcPts val="2200"/>
              </a:lnSpc>
              <a:spcBef>
                <a:spcPts val="0"/>
              </a:spcBef>
            </a:pPr>
            <a:r>
              <a:rPr lang="en-US" altLang="zh-CN" sz="800" b="1" dirty="0">
                <a:solidFill>
                  <a:schemeClr val="bg1"/>
                </a:solidFill>
                <a:latin typeface="微软雅黑" panose="020B0503020204020204" pitchFamily="34" charset="-122"/>
                <a:ea typeface="微软雅黑" panose="020B0503020204020204" pitchFamily="34" charset="-122"/>
              </a:rPr>
              <a:t>CL5:</a:t>
            </a:r>
          </a:p>
          <a:p>
            <a:pPr marL="0" lvl="2">
              <a:lnSpc>
                <a:spcPts val="2200"/>
              </a:lnSpc>
              <a:spcBef>
                <a:spcPts val="0"/>
              </a:spcBef>
            </a:pPr>
            <a:r>
              <a:rPr lang="zh-CN" altLang="en-US" sz="800" b="1" dirty="0">
                <a:solidFill>
                  <a:schemeClr val="bg1"/>
                </a:solidFill>
                <a:latin typeface="微软雅黑" panose="020B0503020204020204" pitchFamily="34" charset="-122"/>
                <a:ea typeface="微软雅黑" panose="020B0503020204020204" pitchFamily="34" charset="-122"/>
              </a:rPr>
              <a:t>在实践中吸取经验教训，持续改进。</a:t>
            </a:r>
            <a:endParaRPr lang="en-US" altLang="zh-CN" sz="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780698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CB12F-AD59-C5B4-E5FC-E5D4D0F50FFC}"/>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A7D82A5E-DA76-FD46-6C6E-3D8C7B6DACFA}"/>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评估简介</a:t>
            </a:r>
          </a:p>
        </p:txBody>
      </p:sp>
      <p:sp>
        <p:nvSpPr>
          <p:cNvPr id="4" name="页脚占位符 3">
            <a:extLst>
              <a:ext uri="{FF2B5EF4-FFF2-40B4-BE49-F238E27FC236}">
                <a16:creationId xmlns:a16="http://schemas.microsoft.com/office/drawing/2014/main" id="{98083BA9-A967-7651-3C9F-551A0C6619FC}"/>
              </a:ext>
            </a:extLst>
          </p:cNvPr>
          <p:cNvSpPr>
            <a:spLocks noGrp="1"/>
          </p:cNvSpPr>
          <p:nvPr>
            <p:ph type="ftr" sz="quarter" idx="11"/>
          </p:nvPr>
        </p:nvSpPr>
        <p:spPr/>
        <p:txBody>
          <a:bodyPr/>
          <a:lstStyle/>
          <a:p>
            <a:r>
              <a:rPr lang="en-US" altLang="ja-JP" dirty="0">
                <a:ea typeface="Tahoma" panose="020B0604030504040204" pitchFamily="34" charset="0"/>
              </a:rPr>
              <a:t>© 2025 FNST</a:t>
            </a:r>
            <a:endParaRPr lang="de-DE" altLang="ja-JP" dirty="0">
              <a:ea typeface="Tahoma" panose="020B0604030504040204" pitchFamily="34" charset="0"/>
            </a:endParaRPr>
          </a:p>
        </p:txBody>
      </p:sp>
      <p:sp>
        <p:nvSpPr>
          <p:cNvPr id="5" name="灯片编号占位符 4">
            <a:extLst>
              <a:ext uri="{FF2B5EF4-FFF2-40B4-BE49-F238E27FC236}">
                <a16:creationId xmlns:a16="http://schemas.microsoft.com/office/drawing/2014/main" id="{CF8B7840-54A6-689F-A030-41E966A62E28}"/>
              </a:ext>
            </a:extLst>
          </p:cNvPr>
          <p:cNvSpPr>
            <a:spLocks noGrp="1"/>
          </p:cNvSpPr>
          <p:nvPr>
            <p:ph type="sldNum" sz="quarter" idx="12"/>
          </p:nvPr>
        </p:nvSpPr>
        <p:spPr/>
        <p:txBody>
          <a:bodyPr/>
          <a:lstStyle/>
          <a:p>
            <a:fld id="{4D029D89-7B63-4C94-AD4D-2E4D6BB83637}" type="slidenum">
              <a:rPr kumimoji="1" lang="ja-JP" altLang="en-US" smtClean="0"/>
              <a:pPr/>
              <a:t>42</a:t>
            </a:fld>
            <a:endParaRPr kumimoji="1" lang="ja-JP" altLang="en-US"/>
          </a:p>
        </p:txBody>
      </p:sp>
    </p:spTree>
    <p:extLst>
      <p:ext uri="{BB962C8B-B14F-4D97-AF65-F5344CB8AC3E}">
        <p14:creationId xmlns:p14="http://schemas.microsoft.com/office/powerpoint/2010/main" val="33459826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CE0B4-8C19-C543-9005-D01E694148C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1D2236F-76FF-5E4D-10DF-B063E9404969}"/>
              </a:ext>
            </a:extLst>
          </p:cNvPr>
          <p:cNvSpPr>
            <a:spLocks noGrp="1"/>
          </p:cNvSpPr>
          <p:nvPr>
            <p:ph type="title"/>
          </p:nvPr>
        </p:nvSpPr>
        <p:spPr>
          <a:xfrm>
            <a:off x="63655" y="18757"/>
            <a:ext cx="7740000" cy="655200"/>
          </a:xfrm>
        </p:spPr>
        <p:txBody>
          <a:bodyPr>
            <a:normAutofit/>
          </a:bodyPr>
          <a:lstStyle/>
          <a:p>
            <a:r>
              <a:rPr lang="zh-CN" altLang="en-US" dirty="0">
                <a:latin typeface="微软雅黑" panose="020B0503020204020204" pitchFamily="34" charset="-122"/>
                <a:ea typeface="微软雅黑" panose="020B0503020204020204" pitchFamily="34" charset="-122"/>
              </a:rPr>
              <a:t>评估简介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DCA98ECD-F49A-73EA-72F7-89584B9E8B5D}"/>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1FF77B40-A4C9-7870-8949-7235FEA627F1}"/>
              </a:ext>
            </a:extLst>
          </p:cNvPr>
          <p:cNvSpPr>
            <a:spLocks noGrp="1"/>
          </p:cNvSpPr>
          <p:nvPr>
            <p:ph type="sldNum" sz="quarter" idx="4"/>
          </p:nvPr>
        </p:nvSpPr>
        <p:spPr/>
        <p:txBody>
          <a:bodyPr/>
          <a:lstStyle/>
          <a:p>
            <a:fld id="{4D029D89-7B63-4C94-AD4D-2E4D6BB83637}" type="slidenum">
              <a:rPr kumimoji="1" lang="ja-JP" altLang="en-US" smtClean="0"/>
              <a:pPr/>
              <a:t>43</a:t>
            </a:fld>
            <a:endParaRPr kumimoji="1" lang="ja-JP" altLang="en-US"/>
          </a:p>
        </p:txBody>
      </p:sp>
      <p:sp>
        <p:nvSpPr>
          <p:cNvPr id="11" name="コンテンツ プレースホルダー 10">
            <a:extLst>
              <a:ext uri="{FF2B5EF4-FFF2-40B4-BE49-F238E27FC236}">
                <a16:creationId xmlns:a16="http://schemas.microsoft.com/office/drawing/2014/main" id="{4F2F993A-9A25-8CFA-4786-E8EBB2E6F38E}"/>
              </a:ext>
            </a:extLst>
          </p:cNvPr>
          <p:cNvSpPr>
            <a:spLocks noGrp="1"/>
          </p:cNvSpPr>
          <p:nvPr>
            <p:ph idx="1"/>
          </p:nvPr>
        </p:nvSpPr>
        <p:spPr>
          <a:xfrm>
            <a:off x="230400" y="750438"/>
            <a:ext cx="8679600"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评估指标</a:t>
            </a:r>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r>
              <a:rPr lang="zh-CN" altLang="en-US" dirty="0">
                <a:solidFill>
                  <a:srgbClr val="2400B0"/>
                </a:solidFill>
                <a:latin typeface="Microsoft YaHei" panose="020B0503020204020204" pitchFamily="34" charset="-122"/>
                <a:ea typeface="Microsoft YaHei" panose="020B0503020204020204" pitchFamily="34" charset="-122"/>
              </a:rPr>
              <a:t>评分区间</a:t>
            </a: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6" name="図 5" descr="ダイアグラム&#10;&#10;AI 生成コンテンツは誤りを含む可能性があります。">
            <a:extLst>
              <a:ext uri="{FF2B5EF4-FFF2-40B4-BE49-F238E27FC236}">
                <a16:creationId xmlns:a16="http://schemas.microsoft.com/office/drawing/2014/main" id="{B5B17898-9380-0336-E095-A296B060D4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5174" y="955253"/>
            <a:ext cx="6092825" cy="1330292"/>
          </a:xfrm>
          <a:prstGeom prst="rect">
            <a:avLst/>
          </a:prstGeom>
        </p:spPr>
      </p:pic>
      <p:pic>
        <p:nvPicPr>
          <p:cNvPr id="8" name="図 7"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CFE26262-85B2-F907-FD61-2AD9744ACE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25442" y="2878750"/>
            <a:ext cx="3317871" cy="1766275"/>
          </a:xfrm>
          <a:prstGeom prst="rect">
            <a:avLst/>
          </a:prstGeom>
        </p:spPr>
      </p:pic>
      <p:pic>
        <p:nvPicPr>
          <p:cNvPr id="10" name="図 9"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F79CF295-A382-8605-4344-2D7C4A6CDD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32611" y="2878750"/>
            <a:ext cx="3688090" cy="1827501"/>
          </a:xfrm>
          <a:prstGeom prst="rect">
            <a:avLst/>
          </a:prstGeom>
        </p:spPr>
      </p:pic>
      <p:sp>
        <p:nvSpPr>
          <p:cNvPr id="12" name="テキスト ボックス 11">
            <a:extLst>
              <a:ext uri="{FF2B5EF4-FFF2-40B4-BE49-F238E27FC236}">
                <a16:creationId xmlns:a16="http://schemas.microsoft.com/office/drawing/2014/main" id="{3A9F4436-2330-89FC-750B-8CB2B127C88C}"/>
              </a:ext>
            </a:extLst>
          </p:cNvPr>
          <p:cNvSpPr txBox="1"/>
          <p:nvPr/>
        </p:nvSpPr>
        <p:spPr>
          <a:xfrm>
            <a:off x="712809" y="3270600"/>
            <a:ext cx="530225" cy="1244323"/>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en-US" altLang="zh-CN" sz="1200" b="1" dirty="0">
                <a:solidFill>
                  <a:schemeClr val="bg1"/>
                </a:solidFill>
                <a:latin typeface="微软雅黑" panose="020B0503020204020204" pitchFamily="34" charset="-122"/>
                <a:ea typeface="微软雅黑" panose="020B0503020204020204" pitchFamily="34" charset="-122"/>
              </a:rPr>
              <a:t>N:0</a:t>
            </a:r>
          </a:p>
          <a:p>
            <a:pPr marL="0" lvl="2">
              <a:lnSpc>
                <a:spcPts val="2200"/>
              </a:lnSpc>
              <a:spcBef>
                <a:spcPts val="0"/>
              </a:spcBef>
            </a:pPr>
            <a:r>
              <a:rPr lang="en-US" altLang="zh-CN" sz="1200" b="1" dirty="0">
                <a:solidFill>
                  <a:schemeClr val="bg1"/>
                </a:solidFill>
                <a:latin typeface="微软雅黑" panose="020B0503020204020204" pitchFamily="34" charset="-122"/>
                <a:ea typeface="微软雅黑" panose="020B0503020204020204" pitchFamily="34" charset="-122"/>
              </a:rPr>
              <a:t>P:1</a:t>
            </a:r>
          </a:p>
          <a:p>
            <a:pPr marL="0" lvl="2">
              <a:lnSpc>
                <a:spcPts val="2200"/>
              </a:lnSpc>
              <a:spcBef>
                <a:spcPts val="0"/>
              </a:spcBef>
            </a:pPr>
            <a:r>
              <a:rPr lang="en-US" altLang="zh-CN" sz="1200" b="1" dirty="0">
                <a:solidFill>
                  <a:schemeClr val="bg1"/>
                </a:solidFill>
                <a:latin typeface="微软雅黑" panose="020B0503020204020204" pitchFamily="34" charset="-122"/>
                <a:ea typeface="微软雅黑" panose="020B0503020204020204" pitchFamily="34" charset="-122"/>
              </a:rPr>
              <a:t>L:2</a:t>
            </a:r>
          </a:p>
          <a:p>
            <a:pPr marL="0" lvl="2">
              <a:lnSpc>
                <a:spcPts val="2200"/>
              </a:lnSpc>
              <a:spcBef>
                <a:spcPts val="0"/>
              </a:spcBef>
            </a:pPr>
            <a:r>
              <a:rPr lang="en-US" altLang="zh-CN" sz="1200" b="1" dirty="0">
                <a:solidFill>
                  <a:schemeClr val="bg1"/>
                </a:solidFill>
                <a:latin typeface="微软雅黑" panose="020B0503020204020204" pitchFamily="34" charset="-122"/>
                <a:ea typeface="微软雅黑" panose="020B0503020204020204" pitchFamily="34" charset="-122"/>
              </a:rPr>
              <a:t>F:3</a:t>
            </a:r>
          </a:p>
        </p:txBody>
      </p:sp>
    </p:spTree>
    <p:extLst>
      <p:ext uri="{BB962C8B-B14F-4D97-AF65-F5344CB8AC3E}">
        <p14:creationId xmlns:p14="http://schemas.microsoft.com/office/powerpoint/2010/main" val="2302435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11BF9-5C01-7D03-8D92-305F2808F54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C65B5AE-D6A3-01E4-A649-8590D718E057}"/>
              </a:ext>
            </a:extLst>
          </p:cNvPr>
          <p:cNvSpPr>
            <a:spLocks noGrp="1"/>
          </p:cNvSpPr>
          <p:nvPr>
            <p:ph type="title"/>
          </p:nvPr>
        </p:nvSpPr>
        <p:spPr>
          <a:xfrm>
            <a:off x="63655" y="18757"/>
            <a:ext cx="7740000" cy="655200"/>
          </a:xfrm>
        </p:spPr>
        <p:txBody>
          <a:bodyPr>
            <a:normAutofit/>
          </a:bodyPr>
          <a:lstStyle/>
          <a:p>
            <a:r>
              <a:rPr lang="zh-CN" altLang="en-US" dirty="0">
                <a:latin typeface="微软雅黑" panose="020B0503020204020204" pitchFamily="34" charset="-122"/>
                <a:ea typeface="微软雅黑" panose="020B0503020204020204" pitchFamily="34" charset="-122"/>
              </a:rPr>
              <a:t>评估简介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9E7ABCEF-F02B-5DA2-6EC2-0A99D21FF2A8}"/>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999ED70-55C9-F131-1674-BCEEDEC7C1E4}"/>
              </a:ext>
            </a:extLst>
          </p:cNvPr>
          <p:cNvSpPr>
            <a:spLocks noGrp="1"/>
          </p:cNvSpPr>
          <p:nvPr>
            <p:ph type="sldNum" sz="quarter" idx="4"/>
          </p:nvPr>
        </p:nvSpPr>
        <p:spPr/>
        <p:txBody>
          <a:bodyPr/>
          <a:lstStyle/>
          <a:p>
            <a:fld id="{4D029D89-7B63-4C94-AD4D-2E4D6BB83637}" type="slidenum">
              <a:rPr kumimoji="1" lang="ja-JP" altLang="en-US" smtClean="0"/>
              <a:pPr/>
              <a:t>44</a:t>
            </a:fld>
            <a:endParaRPr kumimoji="1" lang="ja-JP" altLang="en-US"/>
          </a:p>
        </p:txBody>
      </p:sp>
      <p:sp>
        <p:nvSpPr>
          <p:cNvPr id="11" name="コンテンツ プレースホルダー 10">
            <a:extLst>
              <a:ext uri="{FF2B5EF4-FFF2-40B4-BE49-F238E27FC236}">
                <a16:creationId xmlns:a16="http://schemas.microsoft.com/office/drawing/2014/main" id="{F555F4EC-7E76-4F2C-2D2C-1DA3E15DF24D}"/>
              </a:ext>
            </a:extLst>
          </p:cNvPr>
          <p:cNvSpPr>
            <a:spLocks noGrp="1"/>
          </p:cNvSpPr>
          <p:nvPr>
            <p:ph idx="1"/>
          </p:nvPr>
        </p:nvSpPr>
        <p:spPr>
          <a:xfrm>
            <a:off x="230400" y="750438"/>
            <a:ext cx="8679600" cy="4198933"/>
          </a:xfrm>
        </p:spPr>
        <p:txBody>
          <a:bodyPr/>
          <a:lstStyle/>
          <a:p>
            <a:r>
              <a:rPr lang="zh-CN" altLang="en-US" sz="1800" dirty="0">
                <a:solidFill>
                  <a:srgbClr val="2400B0"/>
                </a:solidFill>
                <a:latin typeface="Microsoft YaHei" panose="020B0503020204020204" pitchFamily="34" charset="-122"/>
                <a:ea typeface="Microsoft YaHei" panose="020B0503020204020204" pitchFamily="34" charset="-122"/>
              </a:rPr>
              <a:t>多个评估实例聚合方法</a:t>
            </a:r>
            <a:endParaRPr lang="en-US" altLang="zh-CN" sz="18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各个过程的</a:t>
            </a:r>
            <a:r>
              <a:rPr lang="en-US" altLang="zh-CN" sz="1200" dirty="0">
                <a:solidFill>
                  <a:srgbClr val="2400B0"/>
                </a:solidFill>
                <a:latin typeface="Microsoft YaHei" panose="020B0503020204020204" pitchFamily="34" charset="-122"/>
                <a:ea typeface="Microsoft YaHei" panose="020B0503020204020204" pitchFamily="34" charset="-122"/>
              </a:rPr>
              <a:t>PA</a:t>
            </a:r>
            <a:r>
              <a:rPr lang="zh-CN" altLang="en-US" sz="1200" dirty="0">
                <a:solidFill>
                  <a:srgbClr val="2400B0"/>
                </a:solidFill>
                <a:latin typeface="Microsoft YaHei" panose="020B0503020204020204" pitchFamily="34" charset="-122"/>
                <a:ea typeface="Microsoft YaHei" panose="020B0503020204020204" pitchFamily="34" charset="-122"/>
              </a:rPr>
              <a:t>取算术平均值</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对各个过程的</a:t>
            </a:r>
            <a:r>
              <a:rPr lang="en-US" altLang="zh-CN" sz="1200" dirty="0">
                <a:solidFill>
                  <a:srgbClr val="2400B0"/>
                </a:solidFill>
                <a:latin typeface="Microsoft YaHei" panose="020B0503020204020204" pitchFamily="34" charset="-122"/>
                <a:ea typeface="Microsoft YaHei" panose="020B0503020204020204" pitchFamily="34" charset="-122"/>
              </a:rPr>
              <a:t>PA</a:t>
            </a:r>
            <a:r>
              <a:rPr lang="zh-CN" altLang="en-US" sz="1200" dirty="0">
                <a:solidFill>
                  <a:srgbClr val="2400B0"/>
                </a:solidFill>
                <a:latin typeface="Microsoft YaHei" panose="020B0503020204020204" pitchFamily="34" charset="-122"/>
                <a:ea typeface="Microsoft YaHei" panose="020B0503020204020204" pitchFamily="34" charset="-122"/>
              </a:rPr>
              <a:t>赋予权重</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200" dirty="0">
              <a:solidFill>
                <a:srgbClr val="2400B0"/>
              </a:solidFill>
              <a:latin typeface="Microsoft YaHei" panose="020B0503020204020204" pitchFamily="34" charset="-122"/>
              <a:ea typeface="Microsoft YaHei" panose="020B0503020204020204" pitchFamily="34" charset="-122"/>
            </a:endParaRPr>
          </a:p>
          <a:p>
            <a:r>
              <a:rPr lang="zh-CN" altLang="en-US" sz="1800" dirty="0">
                <a:solidFill>
                  <a:srgbClr val="2400B0"/>
                </a:solidFill>
                <a:latin typeface="Microsoft YaHei" panose="020B0503020204020204" pitchFamily="34" charset="-122"/>
                <a:ea typeface="Microsoft YaHei" panose="020B0503020204020204" pitchFamily="34" charset="-122"/>
              </a:rPr>
              <a:t>分数计算与过程评级</a:t>
            </a:r>
            <a:endParaRPr lang="en-US" altLang="zh-CN" sz="18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需要达到</a:t>
            </a:r>
            <a:r>
              <a:rPr lang="en-US" altLang="zh-CN" sz="1200" dirty="0">
                <a:solidFill>
                  <a:srgbClr val="2400B0"/>
                </a:solidFill>
                <a:latin typeface="Microsoft YaHei" panose="020B0503020204020204" pitchFamily="34" charset="-122"/>
                <a:ea typeface="Microsoft YaHei" panose="020B0503020204020204" pitchFamily="34" charset="-122"/>
              </a:rPr>
              <a:t>L</a:t>
            </a:r>
            <a:r>
              <a:rPr lang="zh-CN" altLang="en-US" sz="1200" dirty="0">
                <a:solidFill>
                  <a:srgbClr val="2400B0"/>
                </a:solidFill>
                <a:latin typeface="Microsoft YaHei" panose="020B0503020204020204" pitchFamily="34" charset="-122"/>
                <a:ea typeface="Microsoft YaHei" panose="020B0503020204020204" pitchFamily="34" charset="-122"/>
              </a:rPr>
              <a:t>以上</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含</a:t>
            </a:r>
            <a:r>
              <a:rPr lang="en-US" altLang="zh-CN" sz="1200" dirty="0">
                <a:solidFill>
                  <a:srgbClr val="2400B0"/>
                </a:solidFill>
                <a:latin typeface="Microsoft YaHei" panose="020B0503020204020204" pitchFamily="34" charset="-122"/>
                <a:ea typeface="Microsoft YaHei" panose="020B0503020204020204" pitchFamily="34" charset="-122"/>
              </a:rPr>
              <a:t>)</a:t>
            </a:r>
            <a:r>
              <a:rPr lang="zh-CN" altLang="en-US" sz="1200" dirty="0">
                <a:solidFill>
                  <a:srgbClr val="2400B0"/>
                </a:solidFill>
                <a:latin typeface="Microsoft YaHei" panose="020B0503020204020204" pitchFamily="34" charset="-122"/>
                <a:ea typeface="Microsoft YaHei" panose="020B0503020204020204" pitchFamily="34" charset="-122"/>
              </a:rPr>
              <a:t>才能获得本等级，</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200" dirty="0">
                <a:solidFill>
                  <a:srgbClr val="2400B0"/>
                </a:solidFill>
                <a:latin typeface="Microsoft YaHei" panose="020B0503020204020204" pitchFamily="34" charset="-122"/>
                <a:ea typeface="Microsoft YaHei" panose="020B0503020204020204" pitchFamily="34" charset="-122"/>
              </a:rPr>
              <a:t>   </a:t>
            </a:r>
            <a:r>
              <a:rPr lang="zh-CN" altLang="en-US" sz="1200" dirty="0">
                <a:solidFill>
                  <a:srgbClr val="2400B0"/>
                </a:solidFill>
                <a:latin typeface="Microsoft YaHei" panose="020B0503020204020204" pitchFamily="34" charset="-122"/>
                <a:ea typeface="Microsoft YaHei" panose="020B0503020204020204" pitchFamily="34" charset="-122"/>
              </a:rPr>
              <a:t>等级提升条件：低一级别</a:t>
            </a:r>
            <a:r>
              <a:rPr lang="en-US" altLang="zh-CN" sz="1200" dirty="0">
                <a:solidFill>
                  <a:srgbClr val="2400B0"/>
                </a:solidFill>
                <a:latin typeface="Microsoft YaHei" panose="020B0503020204020204" pitchFamily="34" charset="-122"/>
                <a:ea typeface="Microsoft YaHei" panose="020B0503020204020204" pitchFamily="34" charset="-122"/>
              </a:rPr>
              <a:t>F,</a:t>
            </a:r>
            <a:r>
              <a:rPr lang="zh-CN" altLang="en-US" sz="1200" dirty="0">
                <a:solidFill>
                  <a:srgbClr val="2400B0"/>
                </a:solidFill>
                <a:latin typeface="Microsoft YaHei" panose="020B0503020204020204" pitchFamily="34" charset="-122"/>
                <a:ea typeface="Microsoft YaHei" panose="020B0503020204020204" pitchFamily="34" charset="-122"/>
              </a:rPr>
              <a:t>本等级至少为</a:t>
            </a:r>
            <a:r>
              <a:rPr lang="en-US" altLang="zh-CN" sz="1200" dirty="0">
                <a:solidFill>
                  <a:srgbClr val="2400B0"/>
                </a:solidFill>
                <a:latin typeface="Microsoft YaHei" panose="020B0503020204020204" pitchFamily="34" charset="-122"/>
                <a:ea typeface="Microsoft YaHei" panose="020B0503020204020204" pitchFamily="34" charset="-122"/>
              </a:rPr>
              <a:t>L</a:t>
            </a:r>
            <a:r>
              <a:rPr lang="zh-CN" altLang="en-US" sz="1200" dirty="0">
                <a:solidFill>
                  <a:srgbClr val="2400B0"/>
                </a:solidFill>
                <a:latin typeface="Microsoft YaHei" panose="020B0503020204020204" pitchFamily="34" charset="-122"/>
                <a:ea typeface="Microsoft YaHei" panose="020B0503020204020204" pitchFamily="34" charset="-122"/>
              </a:rPr>
              <a:t>。</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计算得到的值，如果不是整数，</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200" dirty="0">
                <a:solidFill>
                  <a:srgbClr val="2400B0"/>
                </a:solidFill>
                <a:latin typeface="Microsoft YaHei" panose="020B0503020204020204" pitchFamily="34" charset="-122"/>
                <a:ea typeface="Microsoft YaHei" panose="020B0503020204020204" pitchFamily="34" charset="-122"/>
              </a:rPr>
              <a:t>      </a:t>
            </a:r>
            <a:r>
              <a:rPr lang="zh-CN" altLang="en-US" sz="1200" dirty="0">
                <a:solidFill>
                  <a:srgbClr val="2400B0"/>
                </a:solidFill>
                <a:latin typeface="Microsoft YaHei" panose="020B0503020204020204" pitchFamily="34" charset="-122"/>
                <a:ea typeface="Microsoft YaHei" panose="020B0503020204020204" pitchFamily="34" charset="-122"/>
              </a:rPr>
              <a:t>则四舍五入取整。</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271463" lvl="1" indent="-271463">
              <a:buClr>
                <a:schemeClr val="accent4"/>
              </a:buClr>
              <a:buFont typeface="Meiryo UI" panose="020B0604030504040204" pitchFamily="50" charset="-128"/>
              <a:buChar char="◎"/>
            </a:pPr>
            <a:r>
              <a:rPr lang="zh-CN" altLang="en-US" dirty="0">
                <a:solidFill>
                  <a:srgbClr val="2400B0"/>
                </a:solidFill>
                <a:latin typeface="Microsoft YaHei" panose="020B0503020204020204" pitchFamily="34" charset="-122"/>
                <a:ea typeface="Microsoft YaHei" panose="020B0503020204020204" pitchFamily="34" charset="-122"/>
              </a:rPr>
              <a:t>注意点</a:t>
            </a:r>
            <a:endParaRPr lang="en-US" altLang="zh-CN"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多个评估实例时，对</a:t>
            </a:r>
            <a:r>
              <a:rPr lang="en-US" altLang="zh-CN" sz="1200" dirty="0">
                <a:solidFill>
                  <a:srgbClr val="2400B0"/>
                </a:solidFill>
                <a:latin typeface="Microsoft YaHei" panose="020B0503020204020204" pitchFamily="34" charset="-122"/>
                <a:ea typeface="Microsoft YaHei" panose="020B0503020204020204" pitchFamily="34" charset="-122"/>
              </a:rPr>
              <a:t>PA</a:t>
            </a:r>
            <a:r>
              <a:rPr lang="zh-CN" altLang="en-US" sz="1200" dirty="0">
                <a:solidFill>
                  <a:srgbClr val="2400B0"/>
                </a:solidFill>
                <a:latin typeface="Microsoft YaHei" panose="020B0503020204020204" pitchFamily="34" charset="-122"/>
                <a:ea typeface="Microsoft YaHei" panose="020B0503020204020204" pitchFamily="34" charset="-122"/>
              </a:rPr>
              <a:t>聚合，</a:t>
            </a:r>
            <a:r>
              <a:rPr lang="en-US" altLang="zh-CN" sz="1200" dirty="0">
                <a:solidFill>
                  <a:srgbClr val="2400B0"/>
                </a:solidFill>
                <a:latin typeface="Microsoft YaHei" panose="020B0503020204020204" pitchFamily="34" charset="-122"/>
                <a:ea typeface="Microsoft YaHei" panose="020B0503020204020204" pitchFamily="34" charset="-122"/>
              </a:rPr>
              <a:t> </a:t>
            </a:r>
            <a:r>
              <a:rPr lang="zh-CN" altLang="en-US" sz="1200" dirty="0">
                <a:solidFill>
                  <a:srgbClr val="2400B0"/>
                </a:solidFill>
                <a:latin typeface="Microsoft YaHei" panose="020B0503020204020204" pitchFamily="34" charset="-122"/>
                <a:ea typeface="Microsoft YaHei" panose="020B0503020204020204" pitchFamily="34" charset="-122"/>
              </a:rPr>
              <a:t>不是</a:t>
            </a:r>
            <a:r>
              <a:rPr lang="en-US" altLang="zh-CN" sz="1200" dirty="0">
                <a:solidFill>
                  <a:srgbClr val="2400B0"/>
                </a:solidFill>
                <a:latin typeface="Microsoft YaHei" panose="020B0503020204020204" pitchFamily="34" charset="-122"/>
                <a:ea typeface="Microsoft YaHei" panose="020B0503020204020204" pitchFamily="34" charset="-122"/>
              </a:rPr>
              <a:t>BP</a:t>
            </a:r>
            <a:r>
              <a:rPr lang="zh-CN" altLang="en-US" sz="1200" dirty="0">
                <a:solidFill>
                  <a:srgbClr val="2400B0"/>
                </a:solidFill>
                <a:latin typeface="Microsoft YaHei" panose="020B0503020204020204" pitchFamily="34" charset="-122"/>
                <a:ea typeface="Microsoft YaHei" panose="020B0503020204020204" pitchFamily="34" charset="-122"/>
              </a:rPr>
              <a:t>也不是</a:t>
            </a:r>
            <a:r>
              <a:rPr lang="en-US" altLang="zh-CN" sz="1200" dirty="0">
                <a:solidFill>
                  <a:srgbClr val="2400B0"/>
                </a:solidFill>
                <a:latin typeface="Microsoft YaHei" panose="020B0503020204020204" pitchFamily="34" charset="-122"/>
                <a:ea typeface="Microsoft YaHei" panose="020B0503020204020204" pitchFamily="34" charset="-122"/>
              </a:rPr>
              <a:t>CL</a:t>
            </a:r>
            <a:r>
              <a:rPr lang="zh-CN" altLang="en-US" sz="1200" dirty="0">
                <a:solidFill>
                  <a:srgbClr val="2400B0"/>
                </a:solidFill>
                <a:latin typeface="Microsoft YaHei" panose="020B0503020204020204" pitchFamily="34" charset="-122"/>
                <a:ea typeface="Microsoft YaHei" panose="020B0503020204020204" pitchFamily="34" charset="-122"/>
              </a:rPr>
              <a:t>。</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200" dirty="0">
                <a:solidFill>
                  <a:srgbClr val="2400B0"/>
                </a:solidFill>
                <a:latin typeface="Microsoft YaHei" panose="020B0503020204020204" pitchFamily="34" charset="-122"/>
                <a:ea typeface="Microsoft YaHei" panose="020B0503020204020204" pitchFamily="34" charset="-122"/>
              </a:rPr>
              <a:t>不能对两次评估进行聚合。</a:t>
            </a:r>
            <a:endParaRPr lang="en-US" altLang="zh-CN" sz="12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pic>
        <p:nvPicPr>
          <p:cNvPr id="12" name="図 11" descr="ダイアグラム&#10;&#10;AI 生成コンテンツは誤りを含む可能性があります。">
            <a:extLst>
              <a:ext uri="{FF2B5EF4-FFF2-40B4-BE49-F238E27FC236}">
                <a16:creationId xmlns:a16="http://schemas.microsoft.com/office/drawing/2014/main" id="{D1A7EAB8-204E-2D9A-9B79-B1ED956CFD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003" y="3775586"/>
            <a:ext cx="2049385" cy="1173785"/>
          </a:xfrm>
          <a:prstGeom prst="rect">
            <a:avLst/>
          </a:prstGeom>
        </p:spPr>
      </p:pic>
      <p:pic>
        <p:nvPicPr>
          <p:cNvPr id="6" name="図 5" descr="テーブル&#10;&#10;AI 生成コンテンツは誤りを含む可能性があります。">
            <a:extLst>
              <a:ext uri="{FF2B5EF4-FFF2-40B4-BE49-F238E27FC236}">
                <a16:creationId xmlns:a16="http://schemas.microsoft.com/office/drawing/2014/main" id="{E7BFE158-AE0E-3DE2-4562-A947329C2F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68723" y="2172601"/>
            <a:ext cx="4554013" cy="1592661"/>
          </a:xfrm>
          <a:prstGeom prst="rect">
            <a:avLst/>
          </a:prstGeom>
        </p:spPr>
      </p:pic>
      <p:pic>
        <p:nvPicPr>
          <p:cNvPr id="8" name="図 7" descr="テーブル&#10;&#10;AI 生成コンテンツは誤りを含む可能性があります。">
            <a:extLst>
              <a:ext uri="{FF2B5EF4-FFF2-40B4-BE49-F238E27FC236}">
                <a16:creationId xmlns:a16="http://schemas.microsoft.com/office/drawing/2014/main" id="{97B80C5C-5528-0509-3F19-81499DC3CF5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68723" y="716683"/>
            <a:ext cx="2670403" cy="1455918"/>
          </a:xfrm>
          <a:prstGeom prst="rect">
            <a:avLst/>
          </a:prstGeom>
        </p:spPr>
      </p:pic>
      <p:sp>
        <p:nvSpPr>
          <p:cNvPr id="10" name="正方形/長方形 9">
            <a:extLst>
              <a:ext uri="{FF2B5EF4-FFF2-40B4-BE49-F238E27FC236}">
                <a16:creationId xmlns:a16="http://schemas.microsoft.com/office/drawing/2014/main" id="{20CB6922-4CA5-8143-B8BB-790BDD10FC63}"/>
              </a:ext>
            </a:extLst>
          </p:cNvPr>
          <p:cNvSpPr/>
          <p:nvPr/>
        </p:nvSpPr>
        <p:spPr>
          <a:xfrm>
            <a:off x="7102275" y="3905752"/>
            <a:ext cx="827780"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CL1.2.3…</a:t>
            </a:r>
            <a:endParaRPr kumimoji="1" lang="ja-JP" altLang="en-US" sz="800" dirty="0">
              <a:solidFill>
                <a:schemeClr val="tx1"/>
              </a:solidFill>
            </a:endParaRPr>
          </a:p>
        </p:txBody>
      </p:sp>
      <p:sp>
        <p:nvSpPr>
          <p:cNvPr id="14" name="正方形/長方形 13">
            <a:extLst>
              <a:ext uri="{FF2B5EF4-FFF2-40B4-BE49-F238E27FC236}">
                <a16:creationId xmlns:a16="http://schemas.microsoft.com/office/drawing/2014/main" id="{AD3AC242-E514-52C7-5353-7BD25339825E}"/>
              </a:ext>
            </a:extLst>
          </p:cNvPr>
          <p:cNvSpPr/>
          <p:nvPr/>
        </p:nvSpPr>
        <p:spPr>
          <a:xfrm>
            <a:off x="6258300" y="4803209"/>
            <a:ext cx="635144"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BP1.2.3…</a:t>
            </a:r>
            <a:endParaRPr kumimoji="1" lang="ja-JP" altLang="en-US" sz="800" dirty="0">
              <a:solidFill>
                <a:schemeClr val="tx1"/>
              </a:solidFill>
            </a:endParaRPr>
          </a:p>
        </p:txBody>
      </p:sp>
      <p:sp>
        <p:nvSpPr>
          <p:cNvPr id="16" name="正方形/長方形 15">
            <a:extLst>
              <a:ext uri="{FF2B5EF4-FFF2-40B4-BE49-F238E27FC236}">
                <a16:creationId xmlns:a16="http://schemas.microsoft.com/office/drawing/2014/main" id="{CF233796-42E3-3BB0-FB58-E668A0D5937D}"/>
              </a:ext>
            </a:extLst>
          </p:cNvPr>
          <p:cNvSpPr/>
          <p:nvPr/>
        </p:nvSpPr>
        <p:spPr>
          <a:xfrm>
            <a:off x="6305765" y="4336148"/>
            <a:ext cx="525516"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PA1.1</a:t>
            </a:r>
            <a:endParaRPr kumimoji="1" lang="ja-JP" altLang="en-US" sz="800" dirty="0">
              <a:solidFill>
                <a:schemeClr val="tx1"/>
              </a:solidFill>
            </a:endParaRPr>
          </a:p>
        </p:txBody>
      </p:sp>
      <p:sp>
        <p:nvSpPr>
          <p:cNvPr id="17" name="正方形/長方形 16">
            <a:extLst>
              <a:ext uri="{FF2B5EF4-FFF2-40B4-BE49-F238E27FC236}">
                <a16:creationId xmlns:a16="http://schemas.microsoft.com/office/drawing/2014/main" id="{16E9D5E9-DF5D-D236-F46A-E9E0C7059B96}"/>
              </a:ext>
            </a:extLst>
          </p:cNvPr>
          <p:cNvSpPr/>
          <p:nvPr/>
        </p:nvSpPr>
        <p:spPr>
          <a:xfrm>
            <a:off x="6941521" y="4332577"/>
            <a:ext cx="494490"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PA2.1</a:t>
            </a:r>
            <a:endParaRPr kumimoji="1" lang="ja-JP" altLang="en-US" sz="800" dirty="0">
              <a:solidFill>
                <a:schemeClr val="tx1"/>
              </a:solidFill>
            </a:endParaRPr>
          </a:p>
        </p:txBody>
      </p:sp>
      <p:sp>
        <p:nvSpPr>
          <p:cNvPr id="18" name="正方形/長方形 17">
            <a:extLst>
              <a:ext uri="{FF2B5EF4-FFF2-40B4-BE49-F238E27FC236}">
                <a16:creationId xmlns:a16="http://schemas.microsoft.com/office/drawing/2014/main" id="{A9E59FEC-0427-631E-BA00-7A7DB630675B}"/>
              </a:ext>
            </a:extLst>
          </p:cNvPr>
          <p:cNvSpPr/>
          <p:nvPr/>
        </p:nvSpPr>
        <p:spPr>
          <a:xfrm>
            <a:off x="7490906" y="4325815"/>
            <a:ext cx="494490"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PA2.2</a:t>
            </a:r>
            <a:endParaRPr kumimoji="1" lang="ja-JP" altLang="en-US" sz="800" dirty="0">
              <a:solidFill>
                <a:schemeClr val="tx1"/>
              </a:solidFill>
            </a:endParaRPr>
          </a:p>
        </p:txBody>
      </p:sp>
      <p:sp>
        <p:nvSpPr>
          <p:cNvPr id="19" name="正方形/長方形 18">
            <a:extLst>
              <a:ext uri="{FF2B5EF4-FFF2-40B4-BE49-F238E27FC236}">
                <a16:creationId xmlns:a16="http://schemas.microsoft.com/office/drawing/2014/main" id="{966CB5C9-AA37-BA7C-1B13-B697F71A42D9}"/>
              </a:ext>
            </a:extLst>
          </p:cNvPr>
          <p:cNvSpPr/>
          <p:nvPr/>
        </p:nvSpPr>
        <p:spPr>
          <a:xfrm>
            <a:off x="7102275" y="4796062"/>
            <a:ext cx="1663352" cy="238212"/>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GP1.2.3…</a:t>
            </a:r>
            <a:endParaRPr kumimoji="1" lang="ja-JP" altLang="en-US" sz="800" dirty="0">
              <a:solidFill>
                <a:schemeClr val="tx1"/>
              </a:solidFill>
            </a:endParaRPr>
          </a:p>
        </p:txBody>
      </p:sp>
      <p:sp>
        <p:nvSpPr>
          <p:cNvPr id="20" name="正方形/長方形 19">
            <a:extLst>
              <a:ext uri="{FF2B5EF4-FFF2-40B4-BE49-F238E27FC236}">
                <a16:creationId xmlns:a16="http://schemas.microsoft.com/office/drawing/2014/main" id="{B1350D95-AF7E-D678-736D-122737809726}"/>
              </a:ext>
            </a:extLst>
          </p:cNvPr>
          <p:cNvSpPr/>
          <p:nvPr/>
        </p:nvSpPr>
        <p:spPr>
          <a:xfrm>
            <a:off x="8604437" y="4332577"/>
            <a:ext cx="494490"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PA3…</a:t>
            </a:r>
            <a:endParaRPr kumimoji="1" lang="ja-JP" altLang="en-US" sz="800" dirty="0">
              <a:solidFill>
                <a:schemeClr val="tx1"/>
              </a:solidFill>
            </a:endParaRPr>
          </a:p>
        </p:txBody>
      </p:sp>
      <p:sp>
        <p:nvSpPr>
          <p:cNvPr id="21" name="正方形/長方形 20">
            <a:extLst>
              <a:ext uri="{FF2B5EF4-FFF2-40B4-BE49-F238E27FC236}">
                <a16:creationId xmlns:a16="http://schemas.microsoft.com/office/drawing/2014/main" id="{D932FD3C-D144-62D8-522C-F14322FC742C}"/>
              </a:ext>
            </a:extLst>
          </p:cNvPr>
          <p:cNvSpPr/>
          <p:nvPr/>
        </p:nvSpPr>
        <p:spPr>
          <a:xfrm>
            <a:off x="8048745" y="4332577"/>
            <a:ext cx="494490" cy="230064"/>
          </a:xfrm>
          <a:prstGeom prst="rect">
            <a:avLst/>
          </a:prstGeom>
          <a:solidFill>
            <a:schemeClr val="bg1">
              <a:lumMod val="95000"/>
            </a:schemeClr>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800" dirty="0">
                <a:solidFill>
                  <a:schemeClr val="tx1"/>
                </a:solidFill>
              </a:rPr>
              <a:t>PA2.2</a:t>
            </a:r>
            <a:endParaRPr kumimoji="1" lang="ja-JP" altLang="en-US" sz="800" dirty="0">
              <a:solidFill>
                <a:schemeClr val="tx1"/>
              </a:solidFill>
            </a:endParaRPr>
          </a:p>
        </p:txBody>
      </p:sp>
      <p:cxnSp>
        <p:nvCxnSpPr>
          <p:cNvPr id="23" name="コネクタ: カギ線 22">
            <a:extLst>
              <a:ext uri="{FF2B5EF4-FFF2-40B4-BE49-F238E27FC236}">
                <a16:creationId xmlns:a16="http://schemas.microsoft.com/office/drawing/2014/main" id="{1886F452-23B1-95B2-A872-08EFA5970688}"/>
              </a:ext>
            </a:extLst>
          </p:cNvPr>
          <p:cNvCxnSpPr>
            <a:cxnSpLocks/>
          </p:cNvCxnSpPr>
          <p:nvPr/>
        </p:nvCxnSpPr>
        <p:spPr>
          <a:xfrm rot="5400000">
            <a:off x="6942178" y="3740211"/>
            <a:ext cx="200332" cy="947642"/>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コネクタ: カギ線 30">
            <a:extLst>
              <a:ext uri="{FF2B5EF4-FFF2-40B4-BE49-F238E27FC236}">
                <a16:creationId xmlns:a16="http://schemas.microsoft.com/office/drawing/2014/main" id="{8747F71C-4DD3-3DD7-C0A2-BAF70774090B}"/>
              </a:ext>
            </a:extLst>
          </p:cNvPr>
          <p:cNvCxnSpPr>
            <a:cxnSpLocks/>
          </p:cNvCxnSpPr>
          <p:nvPr/>
        </p:nvCxnSpPr>
        <p:spPr>
          <a:xfrm rot="16200000" flipH="1">
            <a:off x="8085543" y="3544408"/>
            <a:ext cx="196761" cy="1335517"/>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コネクタ: カギ線 32">
            <a:extLst>
              <a:ext uri="{FF2B5EF4-FFF2-40B4-BE49-F238E27FC236}">
                <a16:creationId xmlns:a16="http://schemas.microsoft.com/office/drawing/2014/main" id="{CBF5A837-9DE1-C75A-2714-7AA1AB2E9D1E}"/>
              </a:ext>
            </a:extLst>
          </p:cNvPr>
          <p:cNvCxnSpPr>
            <a:endCxn id="17" idx="0"/>
          </p:cNvCxnSpPr>
          <p:nvPr/>
        </p:nvCxnSpPr>
        <p:spPr>
          <a:xfrm rot="10800000" flipV="1">
            <a:off x="7188767" y="4215699"/>
            <a:ext cx="327399" cy="116878"/>
          </a:xfrm>
          <a:prstGeom prst="bentConnector2">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コネクタ: カギ線 34">
            <a:extLst>
              <a:ext uri="{FF2B5EF4-FFF2-40B4-BE49-F238E27FC236}">
                <a16:creationId xmlns:a16="http://schemas.microsoft.com/office/drawing/2014/main" id="{A555C866-30CE-00B8-5E16-7A7A19718228}"/>
              </a:ext>
            </a:extLst>
          </p:cNvPr>
          <p:cNvCxnSpPr>
            <a:endCxn id="18" idx="0"/>
          </p:cNvCxnSpPr>
          <p:nvPr/>
        </p:nvCxnSpPr>
        <p:spPr>
          <a:xfrm>
            <a:off x="7516165" y="4212166"/>
            <a:ext cx="221986" cy="113649"/>
          </a:xfrm>
          <a:prstGeom prst="bentConnector2">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コネクタ: カギ線 36">
            <a:extLst>
              <a:ext uri="{FF2B5EF4-FFF2-40B4-BE49-F238E27FC236}">
                <a16:creationId xmlns:a16="http://schemas.microsoft.com/office/drawing/2014/main" id="{14002A49-23DF-1AE1-1C40-1F228C119511}"/>
              </a:ext>
            </a:extLst>
          </p:cNvPr>
          <p:cNvCxnSpPr>
            <a:cxnSpLocks/>
          </p:cNvCxnSpPr>
          <p:nvPr/>
        </p:nvCxnSpPr>
        <p:spPr>
          <a:xfrm rot="16200000" flipH="1">
            <a:off x="7807697" y="3828518"/>
            <a:ext cx="196761" cy="779825"/>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線矢印コネクタ 40">
            <a:extLst>
              <a:ext uri="{FF2B5EF4-FFF2-40B4-BE49-F238E27FC236}">
                <a16:creationId xmlns:a16="http://schemas.microsoft.com/office/drawing/2014/main" id="{484D2184-C065-E9C8-D7D5-7FA303D5566C}"/>
              </a:ext>
            </a:extLst>
          </p:cNvPr>
          <p:cNvCxnSpPr>
            <a:stCxn id="16" idx="2"/>
            <a:endCxn id="14" idx="0"/>
          </p:cNvCxnSpPr>
          <p:nvPr/>
        </p:nvCxnSpPr>
        <p:spPr>
          <a:xfrm>
            <a:off x="6568523" y="4566212"/>
            <a:ext cx="7349" cy="236997"/>
          </a:xfrm>
          <a:prstGeom prst="straightConnector1">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6" name="コネクタ: カギ線 45">
            <a:extLst>
              <a:ext uri="{FF2B5EF4-FFF2-40B4-BE49-F238E27FC236}">
                <a16:creationId xmlns:a16="http://schemas.microsoft.com/office/drawing/2014/main" id="{D09E2642-59BF-EC72-0C2E-7D174DBBFC2A}"/>
              </a:ext>
            </a:extLst>
          </p:cNvPr>
          <p:cNvCxnSpPr>
            <a:stCxn id="17" idx="2"/>
            <a:endCxn id="19" idx="0"/>
          </p:cNvCxnSpPr>
          <p:nvPr/>
        </p:nvCxnSpPr>
        <p:spPr>
          <a:xfrm rot="16200000" flipH="1">
            <a:off x="7444648" y="4306758"/>
            <a:ext cx="233421" cy="745185"/>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9" name="コネクタ: カギ線 48">
            <a:extLst>
              <a:ext uri="{FF2B5EF4-FFF2-40B4-BE49-F238E27FC236}">
                <a16:creationId xmlns:a16="http://schemas.microsoft.com/office/drawing/2014/main" id="{498A9ED3-D39B-C260-8961-BBCB9CFC6001}"/>
              </a:ext>
            </a:extLst>
          </p:cNvPr>
          <p:cNvCxnSpPr>
            <a:stCxn id="18" idx="2"/>
            <a:endCxn id="19" idx="0"/>
          </p:cNvCxnSpPr>
          <p:nvPr/>
        </p:nvCxnSpPr>
        <p:spPr>
          <a:xfrm rot="16200000" flipH="1">
            <a:off x="7715960" y="4578070"/>
            <a:ext cx="240183" cy="195800"/>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FEBCA572-E542-3FF2-1C50-9F708D2EF7DB}"/>
              </a:ext>
            </a:extLst>
          </p:cNvPr>
          <p:cNvCxnSpPr>
            <a:stCxn id="21" idx="2"/>
            <a:endCxn id="19" idx="0"/>
          </p:cNvCxnSpPr>
          <p:nvPr/>
        </p:nvCxnSpPr>
        <p:spPr>
          <a:xfrm rot="5400000">
            <a:off x="7998261" y="4498332"/>
            <a:ext cx="233421" cy="362039"/>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コネクタ: カギ線 52">
            <a:extLst>
              <a:ext uri="{FF2B5EF4-FFF2-40B4-BE49-F238E27FC236}">
                <a16:creationId xmlns:a16="http://schemas.microsoft.com/office/drawing/2014/main" id="{67B1F3C4-5B2D-A2DF-30AB-31AE1D68C4BD}"/>
              </a:ext>
            </a:extLst>
          </p:cNvPr>
          <p:cNvCxnSpPr>
            <a:stCxn id="20" idx="2"/>
            <a:endCxn id="19" idx="0"/>
          </p:cNvCxnSpPr>
          <p:nvPr/>
        </p:nvCxnSpPr>
        <p:spPr>
          <a:xfrm rot="5400000">
            <a:off x="8276107" y="4220486"/>
            <a:ext cx="233421" cy="917731"/>
          </a:xfrm>
          <a:prstGeom prst="bentConnector3">
            <a:avLst/>
          </a:prstGeom>
          <a:ln w="95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7024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3095A-B0D7-1F4D-2DD4-219637BED1B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796D302-3D7A-8133-6AAC-B364541B69EA}"/>
              </a:ext>
            </a:extLst>
          </p:cNvPr>
          <p:cNvSpPr>
            <a:spLocks noGrp="1"/>
          </p:cNvSpPr>
          <p:nvPr>
            <p:ph type="title"/>
          </p:nvPr>
        </p:nvSpPr>
        <p:spPr>
          <a:xfrm>
            <a:off x="63655" y="18757"/>
            <a:ext cx="7740000" cy="655200"/>
          </a:xfrm>
        </p:spPr>
        <p:txBody>
          <a:bodyPr>
            <a:normAutofit/>
          </a:bodyPr>
          <a:lstStyle/>
          <a:p>
            <a:r>
              <a:rPr lang="zh-CN" altLang="en-US" dirty="0">
                <a:latin typeface="微软雅黑" panose="020B0503020204020204" pitchFamily="34" charset="-122"/>
                <a:ea typeface="微软雅黑" panose="020B0503020204020204" pitchFamily="34" charset="-122"/>
              </a:rPr>
              <a:t>评估简介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9476AD1B-C2F7-B69F-0D35-6E5E48643FCD}"/>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F68463BF-CB19-B3A7-7F28-157A9F4495E6}"/>
              </a:ext>
            </a:extLst>
          </p:cNvPr>
          <p:cNvSpPr>
            <a:spLocks noGrp="1"/>
          </p:cNvSpPr>
          <p:nvPr>
            <p:ph type="sldNum" sz="quarter" idx="4"/>
          </p:nvPr>
        </p:nvSpPr>
        <p:spPr/>
        <p:txBody>
          <a:bodyPr/>
          <a:lstStyle/>
          <a:p>
            <a:fld id="{4D029D89-7B63-4C94-AD4D-2E4D6BB83637}" type="slidenum">
              <a:rPr kumimoji="1" lang="ja-JP" altLang="en-US" smtClean="0"/>
              <a:pPr/>
              <a:t>45</a:t>
            </a:fld>
            <a:endParaRPr kumimoji="1" lang="ja-JP" altLang="en-US"/>
          </a:p>
        </p:txBody>
      </p:sp>
      <p:sp>
        <p:nvSpPr>
          <p:cNvPr id="11" name="コンテンツ プレースホルダー 10">
            <a:extLst>
              <a:ext uri="{FF2B5EF4-FFF2-40B4-BE49-F238E27FC236}">
                <a16:creationId xmlns:a16="http://schemas.microsoft.com/office/drawing/2014/main" id="{CB14D9F1-970F-A685-91E3-ECBFCE73460A}"/>
              </a:ext>
            </a:extLst>
          </p:cNvPr>
          <p:cNvSpPr>
            <a:spLocks noGrp="1"/>
          </p:cNvSpPr>
          <p:nvPr>
            <p:ph idx="1"/>
          </p:nvPr>
        </p:nvSpPr>
        <p:spPr>
          <a:xfrm>
            <a:off x="230400" y="750438"/>
            <a:ext cx="3796113" cy="4198933"/>
          </a:xfrm>
        </p:spPr>
        <p:txBody>
          <a:bodyPr/>
          <a:lstStyle/>
          <a:p>
            <a:r>
              <a:rPr lang="zh-CN" altLang="en-US" dirty="0">
                <a:solidFill>
                  <a:srgbClr val="2400B0"/>
                </a:solidFill>
                <a:latin typeface="Microsoft YaHei" panose="020B0503020204020204" pitchFamily="34" charset="-122"/>
                <a:ea typeface="Microsoft YaHei" panose="020B0503020204020204" pitchFamily="34" charset="-122"/>
              </a:rPr>
              <a:t>评估例子</a:t>
            </a:r>
            <a:r>
              <a:rPr lang="en-US" altLang="zh-CN" dirty="0">
                <a:solidFill>
                  <a:srgbClr val="2400B0"/>
                </a:solidFill>
                <a:latin typeface="Microsoft YaHei" panose="020B0503020204020204" pitchFamily="34" charset="-122"/>
                <a:ea typeface="Microsoft YaHei" panose="020B0503020204020204" pitchFamily="34" charset="-122"/>
              </a:rPr>
              <a:t>1</a:t>
            </a: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p>
          <a:p>
            <a:pPr marL="0" indent="0">
              <a:buNone/>
            </a:pPr>
            <a:endParaRPr lang="en-US" altLang="ja-JP" dirty="0">
              <a:solidFill>
                <a:srgbClr val="2400B0"/>
              </a:solidFill>
            </a:endParaRPr>
          </a:p>
          <a:p>
            <a:pPr marL="0" indent="0">
              <a:buNone/>
            </a:pPr>
            <a:endParaRPr lang="ja-JP" altLang="en-US" dirty="0"/>
          </a:p>
        </p:txBody>
      </p:sp>
      <p:pic>
        <p:nvPicPr>
          <p:cNvPr id="16" name="図 15" descr="テーブル&#10;&#10;AI 生成コンテンツは誤りを含む可能性があります。">
            <a:extLst>
              <a:ext uri="{FF2B5EF4-FFF2-40B4-BE49-F238E27FC236}">
                <a16:creationId xmlns:a16="http://schemas.microsoft.com/office/drawing/2014/main" id="{38692FE0-9A03-40EE-BE11-C1973CFD3B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400" y="1199782"/>
            <a:ext cx="4116978" cy="3019296"/>
          </a:xfrm>
          <a:prstGeom prst="rect">
            <a:avLst/>
          </a:prstGeom>
        </p:spPr>
      </p:pic>
      <p:sp>
        <p:nvSpPr>
          <p:cNvPr id="5" name="テキスト ボックス 4">
            <a:extLst>
              <a:ext uri="{FF2B5EF4-FFF2-40B4-BE49-F238E27FC236}">
                <a16:creationId xmlns:a16="http://schemas.microsoft.com/office/drawing/2014/main" id="{9615AF3E-1691-09E0-6F6B-CED7B26731DE}"/>
              </a:ext>
            </a:extLst>
          </p:cNvPr>
          <p:cNvSpPr txBox="1"/>
          <p:nvPr/>
        </p:nvSpPr>
        <p:spPr>
          <a:xfrm>
            <a:off x="980381" y="4320487"/>
            <a:ext cx="1735116" cy="376770"/>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200" b="1" dirty="0">
                <a:solidFill>
                  <a:schemeClr val="bg1"/>
                </a:solidFill>
                <a:latin typeface="微软雅黑" panose="020B0503020204020204" pitchFamily="34" charset="-122"/>
                <a:ea typeface="微软雅黑" panose="020B0503020204020204" pitchFamily="34" charset="-122"/>
              </a:rPr>
              <a:t>各个过程的</a:t>
            </a:r>
            <a:r>
              <a:rPr lang="en-US" altLang="zh-CN" sz="1200" b="1" dirty="0">
                <a:solidFill>
                  <a:schemeClr val="bg1"/>
                </a:solidFill>
                <a:latin typeface="微软雅黑" panose="020B0503020204020204" pitchFamily="34" charset="-122"/>
                <a:ea typeface="微软雅黑" panose="020B0503020204020204" pitchFamily="34" charset="-122"/>
              </a:rPr>
              <a:t>CL</a:t>
            </a:r>
            <a:r>
              <a:rPr lang="zh-CN" altLang="en-US" sz="1200" b="1" dirty="0">
                <a:solidFill>
                  <a:schemeClr val="bg1"/>
                </a:solidFill>
                <a:latin typeface="微软雅黑" panose="020B0503020204020204" pitchFamily="34" charset="-122"/>
                <a:ea typeface="微软雅黑" panose="020B0503020204020204" pitchFamily="34" charset="-122"/>
              </a:rPr>
              <a:t>分别是？</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
        <p:nvSpPr>
          <p:cNvPr id="8" name="コンテンツ プレースホルダー 10">
            <a:extLst>
              <a:ext uri="{FF2B5EF4-FFF2-40B4-BE49-F238E27FC236}">
                <a16:creationId xmlns:a16="http://schemas.microsoft.com/office/drawing/2014/main" id="{BA353103-6927-8E75-E5F4-B29D1FF29E4E}"/>
              </a:ext>
            </a:extLst>
          </p:cNvPr>
          <p:cNvSpPr txBox="1">
            <a:spLocks/>
          </p:cNvSpPr>
          <p:nvPr/>
        </p:nvSpPr>
        <p:spPr bwMode="gray">
          <a:xfrm>
            <a:off x="4439577" y="826511"/>
            <a:ext cx="3796113" cy="4198933"/>
          </a:xfrm>
          <a:prstGeom prst="rect">
            <a:avLst/>
          </a:prstGeom>
        </p:spPr>
        <p:txBody>
          <a:bodyPr vert="horz" lIns="0" tIns="0" rIns="0" bIns="0" rtlCol="0">
            <a:noAutofit/>
          </a:bodyPr>
          <a:lstStyle>
            <a:lvl1pPr marL="271463" indent="-271463" algn="l" defTabSz="685800" rtl="0" eaLnBrk="1" latinLnBrk="0" hangingPunct="1">
              <a:lnSpc>
                <a:spcPct val="100000"/>
              </a:lnSpc>
              <a:spcBef>
                <a:spcPts val="600"/>
              </a:spcBef>
              <a:buClr>
                <a:schemeClr val="accent4"/>
              </a:buClr>
              <a:buSzPct val="100000"/>
              <a:buFont typeface="Meiryo UI" panose="020B0604030504040204" pitchFamily="50" charset="-128"/>
              <a:buChar char="◎"/>
              <a:defRPr kumimoji="1" sz="2200" kern="1200">
                <a:solidFill>
                  <a:schemeClr val="tx1"/>
                </a:solidFill>
                <a:latin typeface="Meiryo UI" panose="020B0604030504040204" pitchFamily="50" charset="-128"/>
                <a:ea typeface="Meiryo UI" panose="020B0604030504040204" pitchFamily="50" charset="-128"/>
                <a:cs typeface="+mn-cs"/>
              </a:defRPr>
            </a:lvl1pPr>
            <a:lvl2pPr marL="536575" indent="-265113" algn="l" defTabSz="685800" rtl="0" eaLnBrk="1" latinLnBrk="0" hangingPunct="1">
              <a:lnSpc>
                <a:spcPct val="100000"/>
              </a:lnSpc>
              <a:spcBef>
                <a:spcPts val="600"/>
              </a:spcBef>
              <a:buClr>
                <a:srgbClr val="2400B0"/>
              </a:buClr>
              <a:buSzPct val="100000"/>
              <a:buFont typeface="Wingdings" panose="05000000000000000000" pitchFamily="2" charset="2"/>
              <a:buChar char="l"/>
              <a:defRPr kumimoji="1" sz="1800" kern="1200">
                <a:solidFill>
                  <a:schemeClr val="tx1"/>
                </a:solidFill>
                <a:latin typeface="Meiryo UI" panose="020B0604030504040204" pitchFamily="50" charset="-128"/>
                <a:ea typeface="Meiryo UI" panose="020B0604030504040204" pitchFamily="50" charset="-128"/>
                <a:cs typeface="+mn-cs"/>
              </a:defRPr>
            </a:lvl2pPr>
            <a:lvl3pPr marL="808038" indent="-271463" algn="l" defTabSz="685800" rtl="0" eaLnBrk="1" latinLnBrk="0" hangingPunct="1">
              <a:lnSpc>
                <a:spcPct val="100000"/>
              </a:lnSpc>
              <a:spcBef>
                <a:spcPts val="600"/>
              </a:spcBef>
              <a:buClr>
                <a:schemeClr val="tx1">
                  <a:lumMod val="95000"/>
                  <a:lumOff val="5000"/>
                </a:schemeClr>
              </a:buClr>
              <a:buSzPct val="100000"/>
              <a:buFont typeface="Tahoma" panose="020B0604030504040204" pitchFamily="34" charset="0"/>
              <a:buChar char="○"/>
              <a:defRPr kumimoji="1" sz="1600" kern="1200">
                <a:solidFill>
                  <a:schemeClr val="tx1"/>
                </a:solidFill>
                <a:latin typeface="Meiryo UI" panose="020B0604030504040204" pitchFamily="50" charset="-128"/>
                <a:ea typeface="Meiryo UI" panose="020B0604030504040204" pitchFamily="50" charset="-128"/>
                <a:cs typeface="+mn-cs"/>
              </a:defRPr>
            </a:lvl3pPr>
            <a:lvl4pPr marL="1200150" indent="-171450" algn="l" defTabSz="685800" rtl="0" eaLnBrk="1" latinLnBrk="0" hangingPunct="1">
              <a:lnSpc>
                <a:spcPct val="100000"/>
              </a:lnSpc>
              <a:spcBef>
                <a:spcPts val="600"/>
              </a:spcBef>
              <a:buClr>
                <a:schemeClr val="bg1">
                  <a:lumMod val="50000"/>
                </a:schemeClr>
              </a:buClr>
              <a:buSzPct val="130000"/>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4pPr>
            <a:lvl5pPr marL="15430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5pPr>
            <a:lvl6pPr marL="18859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6pPr>
            <a:lvl7pPr marL="22288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7pPr>
            <a:lvl8pPr marL="25717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8pPr>
            <a:lvl9pPr marL="2914650" indent="-171450" algn="l" defTabSz="685800" rtl="0" eaLnBrk="1" latinLnBrk="0" hangingPunct="1">
              <a:lnSpc>
                <a:spcPct val="100000"/>
              </a:lnSpc>
              <a:spcBef>
                <a:spcPts val="600"/>
              </a:spcBef>
              <a:buClr>
                <a:schemeClr val="bg1">
                  <a:lumMod val="50000"/>
                </a:schemeClr>
              </a:buClr>
              <a:buFont typeface="Arial" panose="020B0604020202020204" pitchFamily="34" charset="0"/>
              <a:buChar char="–"/>
              <a:defRPr kumimoji="1" sz="1400" kern="1200">
                <a:solidFill>
                  <a:schemeClr val="tx1"/>
                </a:solidFill>
                <a:latin typeface="Meiryo UI" panose="020B0604030504040204" pitchFamily="50" charset="-128"/>
                <a:ea typeface="Meiryo UI" panose="020B0604030504040204" pitchFamily="50" charset="-128"/>
                <a:cs typeface="+mn-cs"/>
              </a:defRPr>
            </a:lvl9pPr>
          </a:lstStyle>
          <a:p>
            <a:r>
              <a:rPr lang="zh-CN" altLang="en-US" dirty="0">
                <a:solidFill>
                  <a:srgbClr val="2400B0"/>
                </a:solidFill>
                <a:latin typeface="Microsoft YaHei" panose="020B0503020204020204" pitchFamily="34" charset="-122"/>
                <a:ea typeface="Microsoft YaHei" panose="020B0503020204020204" pitchFamily="34" charset="-122"/>
              </a:rPr>
              <a:t>评估例子</a:t>
            </a:r>
            <a:r>
              <a:rPr lang="en-US" altLang="zh-CN" dirty="0">
                <a:solidFill>
                  <a:srgbClr val="2400B0"/>
                </a:solidFill>
                <a:latin typeface="Microsoft YaHei" panose="020B0503020204020204" pitchFamily="34" charset="-122"/>
                <a:ea typeface="Microsoft YaHei" panose="020B0503020204020204" pitchFamily="34" charset="-122"/>
              </a:rPr>
              <a:t>2</a:t>
            </a: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zh-CN"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ja-JP" dirty="0">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Font typeface="Meiryo UI" panose="020B0604030504040204" pitchFamily="50" charset="-128"/>
              <a:buNone/>
            </a:pPr>
            <a:endParaRPr lang="ja-JP" altLang="en-US" dirty="0">
              <a:latin typeface="Microsoft YaHei" panose="020B0503020204020204" pitchFamily="34" charset="-122"/>
              <a:ea typeface="Microsoft YaHei" panose="020B0503020204020204" pitchFamily="34" charset="-122"/>
            </a:endParaRPr>
          </a:p>
        </p:txBody>
      </p:sp>
      <p:pic>
        <p:nvPicPr>
          <p:cNvPr id="10" name="図 9" descr="テーブル&#10;&#10;AI 生成コンテンツは誤りを含む可能性があります。">
            <a:extLst>
              <a:ext uri="{FF2B5EF4-FFF2-40B4-BE49-F238E27FC236}">
                <a16:creationId xmlns:a16="http://schemas.microsoft.com/office/drawing/2014/main" id="{ABD9ABA1-FCC0-5BCC-5CB6-75BE198E1A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50126" y="1225006"/>
            <a:ext cx="3339136" cy="3019296"/>
          </a:xfrm>
          <a:prstGeom prst="rect">
            <a:avLst/>
          </a:prstGeom>
        </p:spPr>
      </p:pic>
      <p:sp>
        <p:nvSpPr>
          <p:cNvPr id="13" name="テキスト ボックス 12">
            <a:extLst>
              <a:ext uri="{FF2B5EF4-FFF2-40B4-BE49-F238E27FC236}">
                <a16:creationId xmlns:a16="http://schemas.microsoft.com/office/drawing/2014/main" id="{871A8B43-7A23-49E7-470A-F27668355F0D}"/>
              </a:ext>
            </a:extLst>
          </p:cNvPr>
          <p:cNvSpPr txBox="1"/>
          <p:nvPr/>
        </p:nvSpPr>
        <p:spPr>
          <a:xfrm>
            <a:off x="4661103" y="4320487"/>
            <a:ext cx="1913117" cy="376770"/>
          </a:xfrm>
          <a:prstGeom prst="roundRect">
            <a:avLst/>
          </a:prstGeom>
          <a:solidFill>
            <a:srgbClr val="2400B0"/>
          </a:solidFill>
          <a:ln w="19050"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wrap="square">
            <a:spAutoFit/>
          </a:bodyPr>
          <a:lstStyle/>
          <a:p>
            <a:pPr marL="0" lvl="2">
              <a:lnSpc>
                <a:spcPts val="2200"/>
              </a:lnSpc>
              <a:spcBef>
                <a:spcPts val="0"/>
              </a:spcBef>
            </a:pPr>
            <a:r>
              <a:rPr lang="zh-CN" altLang="en-US" sz="1200" b="1" dirty="0">
                <a:solidFill>
                  <a:schemeClr val="bg1"/>
                </a:solidFill>
                <a:latin typeface="微软雅黑" panose="020B0503020204020204" pitchFamily="34" charset="-122"/>
                <a:ea typeface="微软雅黑" panose="020B0503020204020204" pitchFamily="34" charset="-122"/>
              </a:rPr>
              <a:t>以上等级评估是否正确？</a:t>
            </a:r>
            <a:endParaRPr lang="en-US" altLang="zh-CN" sz="12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747399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anim calcmode="lin" valueType="num">
                                      <p:cBhvr>
                                        <p:cTn id="9" dur="1000" fill="hold"/>
                                        <p:tgtEl>
                                          <p:spTgt spid="5"/>
                                        </p:tgtEl>
                                        <p:attrNameLst>
                                          <p:attrName>style.rotation</p:attrName>
                                        </p:attrNameLst>
                                      </p:cBhvr>
                                      <p:tavLst>
                                        <p:tav tm="0">
                                          <p:val>
                                            <p:fltVal val="90"/>
                                          </p:val>
                                        </p:tav>
                                        <p:tav tm="100000">
                                          <p:val>
                                            <p:fltVal val="0"/>
                                          </p:val>
                                        </p:tav>
                                      </p:tavLst>
                                    </p:anim>
                                    <p:animEffect transition="in" filter="fade">
                                      <p:cBhvr>
                                        <p:cTn id="10" dur="10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 calcmode="lin" valueType="num">
                                      <p:cBhvr>
                                        <p:cTn id="15" dur="1000" fill="hold"/>
                                        <p:tgtEl>
                                          <p:spTgt spid="13"/>
                                        </p:tgtEl>
                                        <p:attrNameLst>
                                          <p:attrName>ppt_w</p:attrName>
                                        </p:attrNameLst>
                                      </p:cBhvr>
                                      <p:tavLst>
                                        <p:tav tm="0">
                                          <p:val>
                                            <p:fltVal val="0"/>
                                          </p:val>
                                        </p:tav>
                                        <p:tav tm="100000">
                                          <p:val>
                                            <p:strVal val="#ppt_w"/>
                                          </p:val>
                                        </p:tav>
                                      </p:tavLst>
                                    </p:anim>
                                    <p:anim calcmode="lin" valueType="num">
                                      <p:cBhvr>
                                        <p:cTn id="16" dur="1000" fill="hold"/>
                                        <p:tgtEl>
                                          <p:spTgt spid="13"/>
                                        </p:tgtEl>
                                        <p:attrNameLst>
                                          <p:attrName>ppt_h</p:attrName>
                                        </p:attrNameLst>
                                      </p:cBhvr>
                                      <p:tavLst>
                                        <p:tav tm="0">
                                          <p:val>
                                            <p:fltVal val="0"/>
                                          </p:val>
                                        </p:tav>
                                        <p:tav tm="100000">
                                          <p:val>
                                            <p:strVal val="#ppt_h"/>
                                          </p:val>
                                        </p:tav>
                                      </p:tavLst>
                                    </p:anim>
                                    <p:anim calcmode="lin" valueType="num">
                                      <p:cBhvr>
                                        <p:cTn id="17" dur="1000" fill="hold"/>
                                        <p:tgtEl>
                                          <p:spTgt spid="13"/>
                                        </p:tgtEl>
                                        <p:attrNameLst>
                                          <p:attrName>style.rotation</p:attrName>
                                        </p:attrNameLst>
                                      </p:cBhvr>
                                      <p:tavLst>
                                        <p:tav tm="0">
                                          <p:val>
                                            <p:fltVal val="90"/>
                                          </p:val>
                                        </p:tav>
                                        <p:tav tm="100000">
                                          <p:val>
                                            <p:fltVal val="0"/>
                                          </p:val>
                                        </p:tav>
                                      </p:tavLst>
                                    </p:anim>
                                    <p:animEffect transition="in" filter="fade">
                                      <p:cBhvr>
                                        <p:cTn id="1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04009-6AA5-C470-27B7-EB87D51E8FD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C625319-4A59-CE82-9B94-4D84F572B773}"/>
              </a:ext>
            </a:extLst>
          </p:cNvPr>
          <p:cNvSpPr>
            <a:spLocks noGrp="1"/>
          </p:cNvSpPr>
          <p:nvPr>
            <p:ph type="title"/>
          </p:nvPr>
        </p:nvSpPr>
        <p:spPr>
          <a:xfrm>
            <a:off x="63655" y="18757"/>
            <a:ext cx="7740000" cy="655200"/>
          </a:xfrm>
        </p:spPr>
        <p:txBody>
          <a:bodyPr>
            <a:normAutofit/>
          </a:bodyPr>
          <a:lstStyle/>
          <a:p>
            <a:r>
              <a:rPr lang="zh-CN" altLang="en-US" dirty="0">
                <a:latin typeface="微软雅黑" panose="020B0503020204020204" pitchFamily="34" charset="-122"/>
                <a:ea typeface="微软雅黑" panose="020B0503020204020204" pitchFamily="34" charset="-122"/>
              </a:rPr>
              <a:t>评估简介</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E21F1CF6-0194-3132-1216-1BCF88852ECF}"/>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A051ECE4-C5DD-5C0A-CA68-A386140FCBE0}"/>
              </a:ext>
            </a:extLst>
          </p:cNvPr>
          <p:cNvSpPr>
            <a:spLocks noGrp="1"/>
          </p:cNvSpPr>
          <p:nvPr>
            <p:ph type="sldNum" sz="quarter" idx="4"/>
          </p:nvPr>
        </p:nvSpPr>
        <p:spPr/>
        <p:txBody>
          <a:bodyPr/>
          <a:lstStyle/>
          <a:p>
            <a:fld id="{4D029D89-7B63-4C94-AD4D-2E4D6BB83637}" type="slidenum">
              <a:rPr kumimoji="1" lang="ja-JP" altLang="en-US" smtClean="0"/>
              <a:pPr/>
              <a:t>46</a:t>
            </a:fld>
            <a:endParaRPr kumimoji="1" lang="ja-JP" altLang="en-US"/>
          </a:p>
        </p:txBody>
      </p:sp>
      <p:sp>
        <p:nvSpPr>
          <p:cNvPr id="11" name="コンテンツ プレースホルダー 10">
            <a:extLst>
              <a:ext uri="{FF2B5EF4-FFF2-40B4-BE49-F238E27FC236}">
                <a16:creationId xmlns:a16="http://schemas.microsoft.com/office/drawing/2014/main" id="{B7AEE7BB-469A-D40E-32E5-03ADE60A9D67}"/>
              </a:ext>
            </a:extLst>
          </p:cNvPr>
          <p:cNvSpPr>
            <a:spLocks noGrp="1"/>
          </p:cNvSpPr>
          <p:nvPr>
            <p:ph idx="1"/>
          </p:nvPr>
        </p:nvSpPr>
        <p:spPr>
          <a:xfrm>
            <a:off x="230400" y="750438"/>
            <a:ext cx="8814568" cy="4198933"/>
          </a:xfrm>
        </p:spPr>
        <p:txBody>
          <a:bodyPr/>
          <a:lstStyle/>
          <a:p>
            <a:r>
              <a:rPr lang="zh-CN" altLang="en-US" sz="1800" b="1" dirty="0">
                <a:solidFill>
                  <a:srgbClr val="2400B0"/>
                </a:solidFill>
                <a:latin typeface="Microsoft YaHei" panose="020B0503020204020204" pitchFamily="34" charset="-122"/>
                <a:ea typeface="Microsoft YaHei" panose="020B0503020204020204" pitchFamily="34" charset="-122"/>
              </a:rPr>
              <a:t>一些注意点</a:t>
            </a:r>
            <a:endParaRPr lang="en-US" altLang="zh-CN" sz="1800" b="1"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400" dirty="0">
                <a:solidFill>
                  <a:srgbClr val="2400B0"/>
                </a:solidFill>
                <a:latin typeface="Microsoft YaHei" panose="020B0503020204020204" pitchFamily="34" charset="-122"/>
                <a:ea typeface="Microsoft YaHei" panose="020B0503020204020204" pitchFamily="34" charset="-122"/>
              </a:rPr>
              <a:t>评估结果会写</a:t>
            </a:r>
            <a:r>
              <a:rPr lang="en-US" altLang="zh-CN" sz="1400" dirty="0">
                <a:solidFill>
                  <a:srgbClr val="2400B0"/>
                </a:solidFill>
                <a:latin typeface="Microsoft YaHei" panose="020B0503020204020204" pitchFamily="34" charset="-122"/>
                <a:ea typeface="Microsoft YaHei" panose="020B0503020204020204" pitchFamily="34" charset="-122"/>
              </a:rPr>
              <a:t>**</a:t>
            </a:r>
            <a:r>
              <a:rPr lang="zh-CN" altLang="en-US" sz="1400" dirty="0">
                <a:solidFill>
                  <a:srgbClr val="2400B0"/>
                </a:solidFill>
                <a:latin typeface="Microsoft YaHei" panose="020B0503020204020204" pitchFamily="34" charset="-122"/>
                <a:ea typeface="Microsoft YaHei" panose="020B0503020204020204" pitchFamily="34" charset="-122"/>
              </a:rPr>
              <a:t>项目</a:t>
            </a:r>
            <a:r>
              <a:rPr lang="en-US" altLang="zh-CN" sz="1400" dirty="0">
                <a:solidFill>
                  <a:srgbClr val="2400B0"/>
                </a:solidFill>
                <a:latin typeface="Microsoft YaHei" panose="020B0503020204020204" pitchFamily="34" charset="-122"/>
                <a:ea typeface="Microsoft YaHei" panose="020B0503020204020204" pitchFamily="34" charset="-122"/>
              </a:rPr>
              <a:t>**</a:t>
            </a:r>
            <a:r>
              <a:rPr lang="zh-CN" altLang="en-US" sz="1400" dirty="0">
                <a:solidFill>
                  <a:srgbClr val="2400B0"/>
                </a:solidFill>
                <a:latin typeface="Microsoft YaHei" panose="020B0503020204020204" pitchFamily="34" charset="-122"/>
                <a:ea typeface="Microsoft YaHei" panose="020B0503020204020204" pitchFamily="34" charset="-122"/>
              </a:rPr>
              <a:t>过程达到几级，不会写</a:t>
            </a:r>
            <a:r>
              <a:rPr lang="en-US" altLang="zh-CN" sz="1400" dirty="0">
                <a:solidFill>
                  <a:srgbClr val="2400B0"/>
                </a:solidFill>
                <a:latin typeface="Microsoft YaHei" panose="020B0503020204020204" pitchFamily="34" charset="-122"/>
                <a:ea typeface="Microsoft YaHei" panose="020B0503020204020204" pitchFamily="34" charset="-122"/>
              </a:rPr>
              <a:t>××</a:t>
            </a:r>
            <a:r>
              <a:rPr lang="zh-CN" altLang="en-US" sz="1400" dirty="0">
                <a:solidFill>
                  <a:srgbClr val="2400B0"/>
                </a:solidFill>
                <a:latin typeface="Microsoft YaHei" panose="020B0503020204020204" pitchFamily="34" charset="-122"/>
                <a:ea typeface="Microsoft YaHei" panose="020B0503020204020204" pitchFamily="34" charset="-122"/>
              </a:rPr>
              <a:t>组织达到几级。</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400" dirty="0">
                <a:solidFill>
                  <a:srgbClr val="2400B0"/>
                </a:solidFill>
                <a:latin typeface="Microsoft YaHei" panose="020B0503020204020204" pitchFamily="34" charset="-122"/>
                <a:ea typeface="Microsoft YaHei" panose="020B0503020204020204" pitchFamily="34" charset="-122"/>
              </a:rPr>
              <a:t>如果有人说</a:t>
            </a:r>
            <a:r>
              <a:rPr lang="en-US" altLang="zh-CN" sz="1400" dirty="0">
                <a:solidFill>
                  <a:srgbClr val="2400B0"/>
                </a:solidFill>
                <a:latin typeface="Microsoft YaHei" panose="020B0503020204020204" pitchFamily="34" charset="-122"/>
                <a:ea typeface="Microsoft YaHei" panose="020B0503020204020204" pitchFamily="34" charset="-122"/>
              </a:rPr>
              <a:t>××</a:t>
            </a:r>
            <a:r>
              <a:rPr lang="zh-CN" altLang="en-US" sz="1400" dirty="0">
                <a:solidFill>
                  <a:srgbClr val="2400B0"/>
                </a:solidFill>
                <a:latin typeface="Microsoft YaHei" panose="020B0503020204020204" pitchFamily="34" charset="-122"/>
                <a:ea typeface="Microsoft YaHei" panose="020B0503020204020204" pitchFamily="34" charset="-122"/>
              </a:rPr>
              <a:t>组织达到</a:t>
            </a:r>
            <a:r>
              <a:rPr lang="en-US" altLang="zh-CN" sz="1400" dirty="0">
                <a:solidFill>
                  <a:srgbClr val="2400B0"/>
                </a:solidFill>
                <a:latin typeface="Microsoft YaHei" panose="020B0503020204020204" pitchFamily="34" charset="-122"/>
                <a:ea typeface="Microsoft YaHei" panose="020B0503020204020204" pitchFamily="34" charset="-122"/>
              </a:rPr>
              <a:t>ASPICE</a:t>
            </a:r>
            <a:r>
              <a:rPr lang="zh-CN" altLang="en-US" sz="1400" dirty="0">
                <a:solidFill>
                  <a:srgbClr val="2400B0"/>
                </a:solidFill>
                <a:latin typeface="Microsoft YaHei" panose="020B0503020204020204" pitchFamily="34" charset="-122"/>
                <a:ea typeface="Microsoft YaHei" panose="020B0503020204020204" pitchFamily="34" charset="-122"/>
              </a:rPr>
              <a:t>几级，那是他自己的解读，</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与</a:t>
            </a:r>
            <a:r>
              <a:rPr lang="en-US" altLang="zh-CN" sz="1400" dirty="0">
                <a:solidFill>
                  <a:srgbClr val="2400B0"/>
                </a:solidFill>
                <a:latin typeface="Microsoft YaHei" panose="020B0503020204020204" pitchFamily="34" charset="-122"/>
                <a:ea typeface="Microsoft YaHei" panose="020B0503020204020204" pitchFamily="34" charset="-122"/>
              </a:rPr>
              <a:t>ASPICE</a:t>
            </a:r>
            <a:r>
              <a:rPr lang="zh-CN" altLang="en-US" sz="1400" dirty="0">
                <a:solidFill>
                  <a:srgbClr val="2400B0"/>
                </a:solidFill>
                <a:latin typeface="Microsoft YaHei" panose="020B0503020204020204" pitchFamily="34" charset="-122"/>
                <a:ea typeface="Microsoft YaHei" panose="020B0503020204020204" pitchFamily="34" charset="-122"/>
              </a:rPr>
              <a:t>评估无关。</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ASPICE</a:t>
            </a:r>
            <a:r>
              <a:rPr lang="zh-CN" altLang="en-US" sz="1400" dirty="0">
                <a:solidFill>
                  <a:srgbClr val="2400B0"/>
                </a:solidFill>
                <a:latin typeface="Microsoft YaHei" panose="020B0503020204020204" pitchFamily="34" charset="-122"/>
                <a:ea typeface="Microsoft YaHei" panose="020B0503020204020204" pitchFamily="34" charset="-122"/>
              </a:rPr>
              <a:t>官方只管评估结果，证书一般是机构出。</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证书是报告的总结，只不过做的精美一点</a:t>
            </a:r>
            <a:r>
              <a:rPr lang="en-US" altLang="zh-CN" sz="1400" dirty="0">
                <a:solidFill>
                  <a:srgbClr val="2400B0"/>
                </a:solidFill>
                <a:latin typeface="Microsoft YaHei" panose="020B0503020204020204" pitchFamily="34" charset="-122"/>
                <a:ea typeface="Microsoft YaHei" panose="020B0503020204020204" pitchFamily="34" charset="-122"/>
              </a:rPr>
              <a:t>)</a:t>
            </a: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ASPICE</a:t>
            </a:r>
            <a:r>
              <a:rPr lang="zh-CN" altLang="en-US" sz="1400" dirty="0">
                <a:solidFill>
                  <a:srgbClr val="2400B0"/>
                </a:solidFill>
                <a:latin typeface="Microsoft YaHei" panose="020B0503020204020204" pitchFamily="34" charset="-122"/>
                <a:ea typeface="Microsoft YaHei" panose="020B0503020204020204" pitchFamily="34" charset="-122"/>
              </a:rPr>
              <a:t>里面提到的组织可以是部门也可以是公司级别的组织。</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400" dirty="0">
                <a:solidFill>
                  <a:srgbClr val="2400B0"/>
                </a:solidFill>
                <a:latin typeface="Microsoft YaHei" panose="020B0503020204020204" pitchFamily="34" charset="-122"/>
                <a:ea typeface="Microsoft YaHei" panose="020B0503020204020204" pitchFamily="34" charset="-122"/>
              </a:rPr>
              <a:t>评估的时候，如果项目没有某个过程，比如架构设计没有，</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那么可以不选，否则评估结果是等级</a:t>
            </a:r>
            <a:r>
              <a:rPr lang="en-US" altLang="zh-CN" sz="1400" dirty="0">
                <a:solidFill>
                  <a:srgbClr val="2400B0"/>
                </a:solidFill>
                <a:latin typeface="Microsoft YaHei" panose="020B0503020204020204" pitchFamily="34" charset="-122"/>
                <a:ea typeface="Microsoft YaHei" panose="020B0503020204020204" pitchFamily="34" charset="-122"/>
              </a:rPr>
              <a:t>N (ASPICE</a:t>
            </a:r>
            <a:r>
              <a:rPr lang="zh-CN" altLang="en-US" sz="1400" dirty="0">
                <a:solidFill>
                  <a:srgbClr val="2400B0"/>
                </a:solidFill>
                <a:latin typeface="Microsoft YaHei" panose="020B0503020204020204" pitchFamily="34" charset="-122"/>
                <a:ea typeface="Microsoft YaHei" panose="020B0503020204020204" pitchFamily="34" charset="-122"/>
              </a:rPr>
              <a:t>评估禁止</a:t>
            </a:r>
            <a:r>
              <a:rPr lang="en-US" altLang="zh-CN" sz="1400" dirty="0">
                <a:solidFill>
                  <a:srgbClr val="2400B0"/>
                </a:solidFill>
                <a:latin typeface="Microsoft YaHei" panose="020B0503020204020204" pitchFamily="34" charset="-122"/>
                <a:ea typeface="Microsoft YaHei" panose="020B0503020204020204" pitchFamily="34" charset="-122"/>
              </a:rPr>
              <a:t>NA)</a:t>
            </a:r>
            <a:r>
              <a:rPr lang="zh-CN" altLang="en-US" sz="1400" dirty="0">
                <a:solidFill>
                  <a:srgbClr val="2400B0"/>
                </a:solidFill>
                <a:latin typeface="Microsoft YaHei" panose="020B0503020204020204" pitchFamily="34" charset="-122"/>
                <a:ea typeface="Microsoft YaHei" panose="020B0503020204020204" pitchFamily="34" charset="-122"/>
              </a:rPr>
              <a:t>。</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400" dirty="0">
                <a:solidFill>
                  <a:srgbClr val="2400B0"/>
                </a:solidFill>
                <a:latin typeface="Microsoft YaHei" panose="020B0503020204020204" pitchFamily="34" charset="-122"/>
                <a:ea typeface="Microsoft YaHei" panose="020B0503020204020204" pitchFamily="34" charset="-122"/>
              </a:rPr>
              <a:t>VDA SCOPE</a:t>
            </a:r>
            <a:r>
              <a:rPr lang="zh-CN" altLang="en-US" sz="1400" dirty="0">
                <a:solidFill>
                  <a:srgbClr val="2400B0"/>
                </a:solidFill>
                <a:latin typeface="Microsoft YaHei" panose="020B0503020204020204" pitchFamily="34" charset="-122"/>
                <a:ea typeface="Microsoft YaHei" panose="020B0503020204020204" pitchFamily="34" charset="-122"/>
              </a:rPr>
              <a:t>给出的评估范围是一个推荐的范围，</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发起人可以根据项目实际情况评估，</a:t>
            </a: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400" dirty="0">
                <a:solidFill>
                  <a:srgbClr val="2400B0"/>
                </a:solidFill>
                <a:latin typeface="Microsoft YaHei" panose="020B0503020204020204" pitchFamily="34" charset="-122"/>
                <a:ea typeface="Microsoft YaHei" panose="020B0503020204020204" pitchFamily="34" charset="-122"/>
              </a:rPr>
              <a:t>      </a:t>
            </a:r>
            <a:r>
              <a:rPr lang="zh-CN" altLang="en-US" sz="1400" dirty="0">
                <a:solidFill>
                  <a:srgbClr val="2400B0"/>
                </a:solidFill>
                <a:latin typeface="Microsoft YaHei" panose="020B0503020204020204" pitchFamily="34" charset="-122"/>
                <a:ea typeface="Microsoft YaHei" panose="020B0503020204020204" pitchFamily="34" charset="-122"/>
              </a:rPr>
              <a:t>不一定非得选这个套餐（虽然很多组织会直接选套餐）。</a:t>
            </a:r>
            <a:endParaRPr lang="en-US" altLang="zh-CN" sz="1400" dirty="0">
              <a:solidFill>
                <a:srgbClr val="2400B0"/>
              </a:solidFill>
              <a:latin typeface="Microsoft YaHei" panose="020B0503020204020204" pitchFamily="34" charset="-122"/>
              <a:ea typeface="Microsoft YaHei" panose="020B0503020204020204" pitchFamily="34" charset="-122"/>
            </a:endParaRPr>
          </a:p>
          <a:p>
            <a:endParaRPr lang="en-US" altLang="zh-CN" sz="1400" dirty="0">
              <a:solidFill>
                <a:srgbClr val="2400B0"/>
              </a:solidFill>
              <a:latin typeface="Microsoft YaHei" panose="020B0503020204020204" pitchFamily="34" charset="-122"/>
              <a:ea typeface="Microsoft YaHei" panose="020B0503020204020204" pitchFamily="34" charset="-122"/>
            </a:endParaRPr>
          </a:p>
          <a:p>
            <a:endParaRPr lang="en-US" altLang="zh-CN" sz="1400" dirty="0">
              <a:solidFill>
                <a:srgbClr val="2400B0"/>
              </a:solidFill>
              <a:latin typeface="Microsoft YaHei" panose="020B0503020204020204" pitchFamily="34" charset="-122"/>
              <a:ea typeface="Microsoft YaHei" panose="020B0503020204020204" pitchFamily="34" charset="-122"/>
            </a:endParaRPr>
          </a:p>
          <a:p>
            <a:endParaRPr lang="en-US" altLang="zh-CN" sz="1400" dirty="0">
              <a:solidFill>
                <a:srgbClr val="2400B0"/>
              </a:solidFill>
              <a:latin typeface="Microsoft YaHei" panose="020B0503020204020204" pitchFamily="34" charset="-122"/>
              <a:ea typeface="Microsoft YaHei" panose="020B0503020204020204" pitchFamily="34" charset="-122"/>
            </a:endParaRPr>
          </a:p>
          <a:p>
            <a:endParaRPr lang="en-US" altLang="zh-CN"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sz="1400" dirty="0">
              <a:latin typeface="Microsoft YaHei" panose="020B0503020204020204" pitchFamily="34" charset="-122"/>
              <a:ea typeface="Microsoft YaHei" panose="020B0503020204020204" pitchFamily="34" charset="-122"/>
            </a:endParaRPr>
          </a:p>
          <a:p>
            <a:pPr marL="0" indent="0">
              <a:buNone/>
            </a:pPr>
            <a:endParaRPr lang="en-US" altLang="ja-JP" sz="14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sz="1400" dirty="0">
              <a:latin typeface="Microsoft YaHei" panose="020B0503020204020204" pitchFamily="34" charset="-122"/>
              <a:ea typeface="Microsoft YaHei" panose="020B0503020204020204" pitchFamily="34" charset="-122"/>
            </a:endParaRPr>
          </a:p>
        </p:txBody>
      </p:sp>
      <p:pic>
        <p:nvPicPr>
          <p:cNvPr id="1026" name="Picture 2">
            <a:extLst>
              <a:ext uri="{FF2B5EF4-FFF2-40B4-BE49-F238E27FC236}">
                <a16:creationId xmlns:a16="http://schemas.microsoft.com/office/drawing/2014/main" id="{03EBD84F-32AB-3922-46EF-7514A80E11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1039" y="881404"/>
            <a:ext cx="2952750" cy="3937000"/>
          </a:xfrm>
          <a:prstGeom prst="rect">
            <a:avLst/>
          </a:prstGeom>
          <a:noFill/>
          <a:extLst>
            <a:ext uri="{909E8E84-426E-40DD-AFC4-6F175D3DCCD1}">
              <a14:hiddenFill xmlns:a14="http://schemas.microsoft.com/office/drawing/2010/main">
                <a:solidFill>
                  <a:srgbClr val="FFFFFF"/>
                </a:solidFill>
              </a14:hiddenFill>
            </a:ext>
          </a:extLst>
        </p:spPr>
      </p:pic>
      <p:sp>
        <p:nvSpPr>
          <p:cNvPr id="5" name="正方形/長方形 4">
            <a:extLst>
              <a:ext uri="{FF2B5EF4-FFF2-40B4-BE49-F238E27FC236}">
                <a16:creationId xmlns:a16="http://schemas.microsoft.com/office/drawing/2014/main" id="{DB218696-6E89-AF0F-7DB7-68D081BC5574}"/>
              </a:ext>
            </a:extLst>
          </p:cNvPr>
          <p:cNvSpPr/>
          <p:nvPr/>
        </p:nvSpPr>
        <p:spPr>
          <a:xfrm>
            <a:off x="6250084" y="4837308"/>
            <a:ext cx="953991"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评估认证的例子</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3167528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8040-EB06-C334-7199-BCA6C8A4AEA5}"/>
            </a:ext>
          </a:extLst>
        </p:cNvPr>
        <p:cNvGrpSpPr/>
        <p:nvPr/>
      </p:nvGrpSpPr>
      <p:grpSpPr>
        <a:xfrm>
          <a:off x="0" y="0"/>
          <a:ext cx="0" cy="0"/>
          <a:chOff x="0" y="0"/>
          <a:chExt cx="0" cy="0"/>
        </a:xfrm>
      </p:grpSpPr>
      <p:sp>
        <p:nvSpPr>
          <p:cNvPr id="6" name="标题 5">
            <a:extLst>
              <a:ext uri="{FF2B5EF4-FFF2-40B4-BE49-F238E27FC236}">
                <a16:creationId xmlns:a16="http://schemas.microsoft.com/office/drawing/2014/main" id="{B35C1759-0250-60B5-50F5-4E65A253694A}"/>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CMMI</a:t>
            </a:r>
            <a:r>
              <a:rPr lang="zh-CN" altLang="en-US" dirty="0">
                <a:latin typeface="微软雅黑" panose="020B0503020204020204" pitchFamily="34" charset="-122"/>
                <a:ea typeface="微软雅黑" panose="020B0503020204020204" pitchFamily="34" charset="-122"/>
              </a:rPr>
              <a:t>的区别</a:t>
            </a:r>
          </a:p>
        </p:txBody>
      </p:sp>
      <p:sp>
        <p:nvSpPr>
          <p:cNvPr id="4" name="页脚占位符 3">
            <a:extLst>
              <a:ext uri="{FF2B5EF4-FFF2-40B4-BE49-F238E27FC236}">
                <a16:creationId xmlns:a16="http://schemas.microsoft.com/office/drawing/2014/main" id="{639AA9A3-F6D2-58C9-8498-98489838967F}"/>
              </a:ext>
            </a:extLst>
          </p:cNvPr>
          <p:cNvSpPr>
            <a:spLocks noGrp="1"/>
          </p:cNvSpPr>
          <p:nvPr>
            <p:ph type="ftr" sz="quarter" idx="11"/>
          </p:nvPr>
        </p:nvSpPr>
        <p:spPr/>
        <p:txBody>
          <a:bodyPr/>
          <a:lstStyle/>
          <a:p>
            <a:r>
              <a:rPr lang="en-US" altLang="ja-JP" dirty="0">
                <a:ea typeface="Tahoma" panose="020B0604030504040204" pitchFamily="34" charset="0"/>
              </a:rPr>
              <a:t>© 2025 FNST</a:t>
            </a:r>
            <a:endParaRPr lang="de-DE" altLang="ja-JP" dirty="0">
              <a:ea typeface="Tahoma" panose="020B0604030504040204" pitchFamily="34" charset="0"/>
            </a:endParaRPr>
          </a:p>
        </p:txBody>
      </p:sp>
      <p:sp>
        <p:nvSpPr>
          <p:cNvPr id="5" name="灯片编号占位符 4">
            <a:extLst>
              <a:ext uri="{FF2B5EF4-FFF2-40B4-BE49-F238E27FC236}">
                <a16:creationId xmlns:a16="http://schemas.microsoft.com/office/drawing/2014/main" id="{EC1727E7-F785-35AE-8240-DABD22C7CC73}"/>
              </a:ext>
            </a:extLst>
          </p:cNvPr>
          <p:cNvSpPr>
            <a:spLocks noGrp="1"/>
          </p:cNvSpPr>
          <p:nvPr>
            <p:ph type="sldNum" sz="quarter" idx="12"/>
          </p:nvPr>
        </p:nvSpPr>
        <p:spPr/>
        <p:txBody>
          <a:bodyPr/>
          <a:lstStyle/>
          <a:p>
            <a:fld id="{4D029D89-7B63-4C94-AD4D-2E4D6BB83637}" type="slidenum">
              <a:rPr kumimoji="1" lang="ja-JP" altLang="en-US" smtClean="0"/>
              <a:pPr/>
              <a:t>47</a:t>
            </a:fld>
            <a:endParaRPr kumimoji="1" lang="ja-JP" altLang="en-US"/>
          </a:p>
        </p:txBody>
      </p:sp>
    </p:spTree>
    <p:extLst>
      <p:ext uri="{BB962C8B-B14F-4D97-AF65-F5344CB8AC3E}">
        <p14:creationId xmlns:p14="http://schemas.microsoft.com/office/powerpoint/2010/main" val="35374085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0624A-C055-5D58-4A8D-A2D4E486491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5377DB5-ECDC-2C24-2D73-F7943A76028D}"/>
              </a:ext>
            </a:extLst>
          </p:cNvPr>
          <p:cNvSpPr>
            <a:spLocks noGrp="1"/>
          </p:cNvSpPr>
          <p:nvPr>
            <p:ph type="title"/>
          </p:nvPr>
        </p:nvSpPr>
        <p:spPr>
          <a:xfrm>
            <a:off x="63655" y="18757"/>
            <a:ext cx="7740000" cy="655200"/>
          </a:xfrm>
        </p:spPr>
        <p:txBody>
          <a:bodyPr>
            <a:normAutofit/>
          </a:bodyPr>
          <a:lstStyle/>
          <a:p>
            <a:r>
              <a:rPr lang="en-US" altLang="zh-CN" dirty="0">
                <a:latin typeface="微软雅黑" panose="020B0503020204020204" pitchFamily="34" charset="-122"/>
                <a:ea typeface="微软雅黑" panose="020B0503020204020204" pitchFamily="34" charset="-122"/>
              </a:rPr>
              <a:t>ASPICE</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CMMI</a:t>
            </a:r>
            <a:r>
              <a:rPr lang="zh-CN" altLang="en-US" dirty="0">
                <a:latin typeface="微软雅黑" panose="020B0503020204020204" pitchFamily="34" charset="-122"/>
                <a:ea typeface="微软雅黑" panose="020B0503020204020204" pitchFamily="34" charset="-122"/>
              </a:rPr>
              <a:t>的区别与联系</a:t>
            </a:r>
            <a:endParaRPr lang="en-US" altLang="zh-CN" dirty="0">
              <a:latin typeface="微软雅黑" panose="020B0503020204020204" pitchFamily="34" charset="-122"/>
              <a:ea typeface="微软雅黑" panose="020B0503020204020204" pitchFamily="34" charset="-122"/>
            </a:endParaRPr>
          </a:p>
        </p:txBody>
      </p:sp>
      <p:sp>
        <p:nvSpPr>
          <p:cNvPr id="4" name="页脚占位符 3">
            <a:extLst>
              <a:ext uri="{FF2B5EF4-FFF2-40B4-BE49-F238E27FC236}">
                <a16:creationId xmlns:a16="http://schemas.microsoft.com/office/drawing/2014/main" id="{476B658E-CB22-40CC-DF5B-56F9AD1408F1}"/>
              </a:ext>
            </a:extLst>
          </p:cNvPr>
          <p:cNvSpPr>
            <a:spLocks noGrp="1"/>
          </p:cNvSpPr>
          <p:nvPr>
            <p:ph type="ftr" sz="quarter" idx="3"/>
          </p:nvPr>
        </p:nvSpPr>
        <p:spPr/>
        <p:txBody>
          <a:bodyPr/>
          <a:lstStyle/>
          <a:p>
            <a:r>
              <a:rPr lang="en-US" altLang="ja-JP" dirty="0">
                <a:latin typeface="Meiryo UI" panose="020B0604030504040204" pitchFamily="50" charset="-128"/>
                <a:ea typeface="Meiryo UI" panose="020B0604030504040204" pitchFamily="50" charset="-128"/>
              </a:rPr>
              <a:t>© 2025 FNST</a:t>
            </a:r>
            <a:endParaRPr lang="de-DE" altLang="ja-JP" dirty="0">
              <a:latin typeface="Meiryo UI" panose="020B0604030504040204" pitchFamily="50" charset="-128"/>
              <a:ea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BC509509-98DD-A829-B7EA-370CADA97703}"/>
              </a:ext>
            </a:extLst>
          </p:cNvPr>
          <p:cNvSpPr>
            <a:spLocks noGrp="1"/>
          </p:cNvSpPr>
          <p:nvPr>
            <p:ph type="sldNum" sz="quarter" idx="4"/>
          </p:nvPr>
        </p:nvSpPr>
        <p:spPr/>
        <p:txBody>
          <a:bodyPr/>
          <a:lstStyle/>
          <a:p>
            <a:fld id="{4D029D89-7B63-4C94-AD4D-2E4D6BB83637}" type="slidenum">
              <a:rPr kumimoji="1" lang="ja-JP" altLang="en-US" smtClean="0"/>
              <a:pPr/>
              <a:t>48</a:t>
            </a:fld>
            <a:endParaRPr kumimoji="1" lang="ja-JP" altLang="en-US"/>
          </a:p>
        </p:txBody>
      </p:sp>
      <p:sp>
        <p:nvSpPr>
          <p:cNvPr id="11" name="コンテンツ プレースホルダー 10">
            <a:extLst>
              <a:ext uri="{FF2B5EF4-FFF2-40B4-BE49-F238E27FC236}">
                <a16:creationId xmlns:a16="http://schemas.microsoft.com/office/drawing/2014/main" id="{761DCAC5-BD60-F492-8BBA-FA51A8ABCD14}"/>
              </a:ext>
            </a:extLst>
          </p:cNvPr>
          <p:cNvSpPr>
            <a:spLocks noGrp="1"/>
          </p:cNvSpPr>
          <p:nvPr>
            <p:ph idx="1"/>
          </p:nvPr>
        </p:nvSpPr>
        <p:spPr>
          <a:xfrm>
            <a:off x="230400" y="750438"/>
            <a:ext cx="8679600" cy="4198933"/>
          </a:xfrm>
        </p:spPr>
        <p:txBody>
          <a:bodyPr/>
          <a:lstStyle/>
          <a:p>
            <a:r>
              <a:rPr lang="zh-CN" altLang="en-US" sz="1600" dirty="0">
                <a:solidFill>
                  <a:srgbClr val="2400B0"/>
                </a:solidFill>
                <a:latin typeface="Microsoft YaHei" panose="020B0503020204020204" pitchFamily="34" charset="-122"/>
                <a:ea typeface="Microsoft YaHei" panose="020B0503020204020204" pitchFamily="34" charset="-122"/>
              </a:rPr>
              <a:t>区别</a:t>
            </a:r>
            <a:endParaRPr lang="en-US" altLang="zh-CN" sz="16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100" dirty="0">
                <a:solidFill>
                  <a:srgbClr val="2400B0"/>
                </a:solidFill>
                <a:latin typeface="Microsoft YaHei" panose="020B0503020204020204" pitchFamily="34" charset="-122"/>
                <a:ea typeface="Microsoft YaHei" panose="020B0503020204020204" pitchFamily="34" charset="-122"/>
              </a:rPr>
              <a:t>评估对象</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100" dirty="0">
                <a:solidFill>
                  <a:srgbClr val="2400B0"/>
                </a:solidFill>
                <a:latin typeface="Microsoft YaHei" panose="020B0503020204020204" pitchFamily="34" charset="-122"/>
                <a:ea typeface="Microsoft YaHei" panose="020B0503020204020204" pitchFamily="34" charset="-122"/>
              </a:rPr>
              <a:t>ASPICE</a:t>
            </a:r>
            <a:r>
              <a:rPr lang="zh-CN" altLang="en-US" sz="1100" dirty="0">
                <a:solidFill>
                  <a:srgbClr val="2400B0"/>
                </a:solidFill>
                <a:latin typeface="Microsoft YaHei" panose="020B0503020204020204" pitchFamily="34" charset="-122"/>
                <a:ea typeface="Microsoft YaHei" panose="020B0503020204020204" pitchFamily="34" charset="-122"/>
              </a:rPr>
              <a:t>：项目，</a:t>
            </a:r>
            <a:r>
              <a:rPr lang="en-US" altLang="zh-CN" sz="1100" dirty="0">
                <a:solidFill>
                  <a:srgbClr val="2400B0"/>
                </a:solidFill>
                <a:latin typeface="Microsoft YaHei" panose="020B0503020204020204" pitchFamily="34" charset="-122"/>
                <a:ea typeface="Microsoft YaHei" panose="020B0503020204020204" pitchFamily="34" charset="-122"/>
              </a:rPr>
              <a:t>CMMI:</a:t>
            </a:r>
            <a:r>
              <a:rPr lang="zh-CN" altLang="en-US" sz="1100" dirty="0">
                <a:solidFill>
                  <a:srgbClr val="2400B0"/>
                </a:solidFill>
                <a:latin typeface="Microsoft YaHei" panose="020B0503020204020204" pitchFamily="34" charset="-122"/>
                <a:ea typeface="Microsoft YaHei" panose="020B0503020204020204" pitchFamily="34" charset="-122"/>
              </a:rPr>
              <a:t>组织</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0" indent="0">
              <a:buNone/>
            </a:pPr>
            <a:r>
              <a:rPr lang="en-US" altLang="zh-CN" sz="1100" dirty="0">
                <a:solidFill>
                  <a:srgbClr val="2400B0"/>
                </a:solidFill>
                <a:latin typeface="Microsoft YaHei" panose="020B0503020204020204" pitchFamily="34" charset="-122"/>
                <a:ea typeface="Microsoft YaHei" panose="020B0503020204020204" pitchFamily="34" charset="-122"/>
              </a:rPr>
              <a:t>     ASPICE</a:t>
            </a:r>
            <a:r>
              <a:rPr lang="zh-CN" altLang="en-US" sz="1100" dirty="0">
                <a:solidFill>
                  <a:srgbClr val="2400B0"/>
                </a:solidFill>
                <a:latin typeface="Microsoft YaHei" panose="020B0503020204020204" pitchFamily="34" charset="-122"/>
                <a:ea typeface="Microsoft YaHei" panose="020B0503020204020204" pitchFamily="34" charset="-122"/>
              </a:rPr>
              <a:t>对组织的强调比较少</a:t>
            </a:r>
            <a:r>
              <a:rPr lang="en-US" altLang="zh-CN" sz="1100" dirty="0">
                <a:solidFill>
                  <a:srgbClr val="2400B0"/>
                </a:solidFill>
                <a:latin typeface="Microsoft YaHei" panose="020B0503020204020204" pitchFamily="34" charset="-122"/>
                <a:ea typeface="Microsoft YaHei" panose="020B0503020204020204" pitchFamily="34" charset="-122"/>
              </a:rPr>
              <a:t>,CMMI</a:t>
            </a:r>
            <a:r>
              <a:rPr lang="zh-CN" altLang="en-US" sz="1100" dirty="0">
                <a:solidFill>
                  <a:srgbClr val="2400B0"/>
                </a:solidFill>
                <a:latin typeface="Microsoft YaHei" panose="020B0503020204020204" pitchFamily="34" charset="-122"/>
                <a:ea typeface="Microsoft YaHei" panose="020B0503020204020204" pitchFamily="34" charset="-122"/>
              </a:rPr>
              <a:t>有大量篇幅介绍组织治理和培训；</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0" indent="0">
              <a:buNone/>
            </a:pPr>
            <a:r>
              <a:rPr lang="en-US" altLang="zh-CN" sz="1100" dirty="0">
                <a:solidFill>
                  <a:srgbClr val="2400B0"/>
                </a:solidFill>
                <a:latin typeface="Microsoft YaHei" panose="020B0503020204020204" pitchFamily="34" charset="-122"/>
                <a:ea typeface="Microsoft YaHei" panose="020B0503020204020204" pitchFamily="34" charset="-122"/>
              </a:rPr>
              <a:t>     ASPICE</a:t>
            </a:r>
            <a:r>
              <a:rPr lang="zh-CN" altLang="en-US" sz="1100" dirty="0">
                <a:solidFill>
                  <a:srgbClr val="2400B0"/>
                </a:solidFill>
                <a:latin typeface="Microsoft YaHei" panose="020B0503020204020204" pitchFamily="34" charset="-122"/>
                <a:ea typeface="Microsoft YaHei" panose="020B0503020204020204" pitchFamily="34" charset="-122"/>
              </a:rPr>
              <a:t>针对项目中工程类各个阶段</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需求～验证</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有详细的描述，</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0" indent="0">
              <a:buNone/>
            </a:pPr>
            <a:r>
              <a:rPr lang="en-US" altLang="zh-CN" sz="1100" dirty="0">
                <a:solidFill>
                  <a:srgbClr val="2400B0"/>
                </a:solidFill>
                <a:latin typeface="Microsoft YaHei" panose="020B0503020204020204" pitchFamily="34" charset="-122"/>
                <a:ea typeface="Microsoft YaHei" panose="020B0503020204020204" pitchFamily="34" charset="-122"/>
              </a:rPr>
              <a:t>     </a:t>
            </a:r>
            <a:r>
              <a:rPr lang="zh-CN" altLang="en-US" sz="1100" dirty="0">
                <a:solidFill>
                  <a:srgbClr val="2400B0"/>
                </a:solidFill>
                <a:latin typeface="Microsoft YaHei" panose="020B0503020204020204" pitchFamily="34" charset="-122"/>
                <a:ea typeface="Microsoft YaHei" panose="020B0503020204020204" pitchFamily="34" charset="-122"/>
              </a:rPr>
              <a:t>而</a:t>
            </a:r>
            <a:r>
              <a:rPr lang="en-US" altLang="zh-CN" sz="1100" dirty="0">
                <a:solidFill>
                  <a:srgbClr val="2400B0"/>
                </a:solidFill>
                <a:latin typeface="Microsoft YaHei" panose="020B0503020204020204" pitchFamily="34" charset="-122"/>
                <a:ea typeface="Microsoft YaHei" panose="020B0503020204020204" pitchFamily="34" charset="-122"/>
              </a:rPr>
              <a:t>CMMI</a:t>
            </a:r>
            <a:r>
              <a:rPr lang="zh-CN" altLang="en-US" sz="1100" dirty="0">
                <a:solidFill>
                  <a:srgbClr val="2400B0"/>
                </a:solidFill>
                <a:latin typeface="Microsoft YaHei" panose="020B0503020204020204" pitchFamily="34" charset="-122"/>
                <a:ea typeface="Microsoft YaHei" panose="020B0503020204020204" pitchFamily="34" charset="-122"/>
              </a:rPr>
              <a:t>针对项目阶段的介绍相对简单。</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en-US" altLang="zh-CN" sz="1100" dirty="0">
                <a:solidFill>
                  <a:srgbClr val="2400B0"/>
                </a:solidFill>
                <a:latin typeface="Microsoft YaHei" panose="020B0503020204020204" pitchFamily="34" charset="-122"/>
                <a:ea typeface="Microsoft YaHei" panose="020B0503020204020204" pitchFamily="34" charset="-122"/>
              </a:rPr>
              <a:t>ASPICE</a:t>
            </a:r>
            <a:r>
              <a:rPr lang="zh-CN" altLang="en-US" sz="1100" dirty="0">
                <a:solidFill>
                  <a:srgbClr val="2400B0"/>
                </a:solidFill>
                <a:latin typeface="Microsoft YaHei" panose="020B0503020204020204" pitchFamily="34" charset="-122"/>
                <a:ea typeface="Microsoft YaHei" panose="020B0503020204020204" pitchFamily="34" charset="-122"/>
              </a:rPr>
              <a:t>的过程划分与</a:t>
            </a:r>
            <a:r>
              <a:rPr lang="en-US" altLang="zh-CN" sz="1100" dirty="0">
                <a:solidFill>
                  <a:srgbClr val="2400B0"/>
                </a:solidFill>
                <a:latin typeface="Microsoft YaHei" panose="020B0503020204020204" pitchFamily="34" charset="-122"/>
                <a:ea typeface="Microsoft YaHei" panose="020B0503020204020204" pitchFamily="34" charset="-122"/>
              </a:rPr>
              <a:t>V</a:t>
            </a:r>
            <a:r>
              <a:rPr lang="zh-CN" altLang="en-US" sz="1100" dirty="0">
                <a:solidFill>
                  <a:srgbClr val="2400B0"/>
                </a:solidFill>
                <a:latin typeface="Microsoft YaHei" panose="020B0503020204020204" pitchFamily="34" charset="-122"/>
                <a:ea typeface="Microsoft YaHei" panose="020B0503020204020204" pitchFamily="34" charset="-122"/>
              </a:rPr>
              <a:t>模型更贴合</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lvl="1">
              <a:lnSpc>
                <a:spcPct val="150000"/>
              </a:lnSpc>
              <a:spcBef>
                <a:spcPts val="0"/>
              </a:spcBef>
            </a:pPr>
            <a:r>
              <a:rPr lang="zh-CN" altLang="en-US" sz="1100" dirty="0">
                <a:solidFill>
                  <a:srgbClr val="2400B0"/>
                </a:solidFill>
                <a:latin typeface="Microsoft YaHei" panose="020B0503020204020204" pitchFamily="34" charset="-122"/>
                <a:ea typeface="Microsoft YaHei" panose="020B0503020204020204" pitchFamily="34" charset="-122"/>
              </a:rPr>
              <a:t>一致性和可追溯性</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zh-CN" altLang="en-US" sz="1100" dirty="0">
                <a:solidFill>
                  <a:srgbClr val="2400B0"/>
                </a:solidFill>
                <a:latin typeface="Microsoft YaHei" panose="020B0503020204020204" pitchFamily="34" charset="-122"/>
                <a:ea typeface="Microsoft YaHei" panose="020B0503020204020204" pitchFamily="34" charset="-122"/>
              </a:rPr>
              <a:t>两者均要求有一致性和可追溯性，</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100" dirty="0">
                <a:solidFill>
                  <a:srgbClr val="2400B0"/>
                </a:solidFill>
                <a:latin typeface="Microsoft YaHei" panose="020B0503020204020204" pitchFamily="34" charset="-122"/>
                <a:ea typeface="Microsoft YaHei" panose="020B0503020204020204" pitchFamily="34" charset="-122"/>
              </a:rPr>
              <a:t>ASPICE</a:t>
            </a:r>
            <a:r>
              <a:rPr lang="zh-CN" altLang="en-US" sz="1100" dirty="0">
                <a:solidFill>
                  <a:srgbClr val="2400B0"/>
                </a:solidFill>
                <a:latin typeface="Microsoft YaHei" panose="020B0503020204020204" pitchFamily="34" charset="-122"/>
                <a:ea typeface="Microsoft YaHei" panose="020B0503020204020204" pitchFamily="34" charset="-122"/>
              </a:rPr>
              <a:t>从</a:t>
            </a:r>
            <a:r>
              <a:rPr lang="en-US" altLang="zh-CN" sz="1100" dirty="0">
                <a:solidFill>
                  <a:srgbClr val="2400B0"/>
                </a:solidFill>
                <a:latin typeface="Microsoft YaHei" panose="020B0503020204020204" pitchFamily="34" charset="-122"/>
                <a:ea typeface="Microsoft YaHei" panose="020B0503020204020204" pitchFamily="34" charset="-122"/>
              </a:rPr>
              <a:t>1</a:t>
            </a:r>
            <a:r>
              <a:rPr lang="zh-CN" altLang="en-US" sz="1100" dirty="0">
                <a:solidFill>
                  <a:srgbClr val="2400B0"/>
                </a:solidFill>
                <a:latin typeface="Microsoft YaHei" panose="020B0503020204020204" pitchFamily="34" charset="-122"/>
                <a:ea typeface="Microsoft YaHei" panose="020B0503020204020204" pitchFamily="34" charset="-122"/>
              </a:rPr>
              <a:t>级开始就强调各个工程阶段一致性和可追溯性，</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100" dirty="0">
                <a:solidFill>
                  <a:srgbClr val="2400B0"/>
                </a:solidFill>
                <a:latin typeface="Microsoft YaHei" panose="020B0503020204020204" pitchFamily="34" charset="-122"/>
                <a:ea typeface="Microsoft YaHei" panose="020B0503020204020204" pitchFamily="34" charset="-122"/>
              </a:rPr>
              <a:t>CMMI</a:t>
            </a:r>
            <a:r>
              <a:rPr lang="zh-CN" altLang="en-US" sz="1100" dirty="0">
                <a:solidFill>
                  <a:srgbClr val="2400B0"/>
                </a:solidFill>
                <a:latin typeface="Microsoft YaHei" panose="020B0503020204020204" pitchFamily="34" charset="-122"/>
                <a:ea typeface="Microsoft YaHei" panose="020B0503020204020204" pitchFamily="34" charset="-122"/>
              </a:rPr>
              <a:t> 从</a:t>
            </a:r>
            <a:r>
              <a:rPr lang="en-US" altLang="zh-CN" sz="1100" dirty="0">
                <a:solidFill>
                  <a:srgbClr val="2400B0"/>
                </a:solidFill>
                <a:latin typeface="Microsoft YaHei" panose="020B0503020204020204" pitchFamily="34" charset="-122"/>
                <a:ea typeface="Microsoft YaHei" panose="020B0503020204020204" pitchFamily="34" charset="-122"/>
              </a:rPr>
              <a:t>2</a:t>
            </a:r>
            <a:r>
              <a:rPr lang="zh-CN" altLang="en-US" sz="1100" dirty="0">
                <a:solidFill>
                  <a:srgbClr val="2400B0"/>
                </a:solidFill>
                <a:latin typeface="Microsoft YaHei" panose="020B0503020204020204" pitchFamily="34" charset="-122"/>
                <a:ea typeface="Microsoft YaHei" panose="020B0503020204020204" pitchFamily="34" charset="-122"/>
              </a:rPr>
              <a:t>级开始在需求开发和管理</a:t>
            </a:r>
            <a:r>
              <a:rPr lang="en-US" altLang="zh-CN" sz="1100" dirty="0">
                <a:solidFill>
                  <a:srgbClr val="2400B0"/>
                </a:solidFill>
                <a:latin typeface="Microsoft YaHei" panose="020B0503020204020204" pitchFamily="34" charset="-122"/>
                <a:ea typeface="Microsoft YaHei" panose="020B0503020204020204" pitchFamily="34" charset="-122"/>
              </a:rPr>
              <a:t>(RDM)</a:t>
            </a:r>
            <a:r>
              <a:rPr lang="zh-CN" altLang="en-US" sz="1100" dirty="0">
                <a:solidFill>
                  <a:srgbClr val="2400B0"/>
                </a:solidFill>
                <a:latin typeface="Microsoft YaHei" panose="020B0503020204020204" pitchFamily="34" charset="-122"/>
                <a:ea typeface="Microsoft YaHei" panose="020B0503020204020204" pitchFamily="34" charset="-122"/>
              </a:rPr>
              <a:t>实践域的</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2" lvl="1" indent="0">
              <a:lnSpc>
                <a:spcPct val="150000"/>
              </a:lnSpc>
              <a:spcBef>
                <a:spcPts val="0"/>
              </a:spcBef>
              <a:buNone/>
            </a:pPr>
            <a:r>
              <a:rPr lang="en-US" altLang="zh-CN" sz="1100" dirty="0">
                <a:solidFill>
                  <a:srgbClr val="2400B0"/>
                </a:solidFill>
                <a:latin typeface="Microsoft YaHei" panose="020B0503020204020204" pitchFamily="34" charset="-122"/>
                <a:ea typeface="Microsoft YaHei" panose="020B0503020204020204" pitchFamily="34" charset="-122"/>
              </a:rPr>
              <a:t>RDM2.5</a:t>
            </a:r>
            <a:r>
              <a:rPr lang="zh-CN" altLang="en-US" sz="1100" dirty="0">
                <a:solidFill>
                  <a:srgbClr val="2400B0"/>
                </a:solidFill>
                <a:latin typeface="Microsoft YaHei" panose="020B0503020204020204" pitchFamily="34" charset="-122"/>
                <a:ea typeface="Microsoft YaHei" panose="020B0503020204020204" pitchFamily="34" charset="-122"/>
              </a:rPr>
              <a:t>以及</a:t>
            </a:r>
            <a:r>
              <a:rPr lang="en-US" altLang="zh-CN" sz="1100" dirty="0">
                <a:solidFill>
                  <a:srgbClr val="2400B0"/>
                </a:solidFill>
                <a:latin typeface="Microsoft YaHei" panose="020B0503020204020204" pitchFamily="34" charset="-122"/>
                <a:ea typeface="Microsoft YaHei" panose="020B0503020204020204" pitchFamily="34" charset="-122"/>
              </a:rPr>
              <a:t>RDM2.6</a:t>
            </a:r>
            <a:r>
              <a:rPr lang="zh-CN" altLang="en-US" sz="1100" dirty="0">
                <a:solidFill>
                  <a:srgbClr val="2400B0"/>
                </a:solidFill>
                <a:latin typeface="Microsoft YaHei" panose="020B0503020204020204" pitchFamily="34" charset="-122"/>
                <a:ea typeface="Microsoft YaHei" panose="020B0503020204020204" pitchFamily="34" charset="-122"/>
              </a:rPr>
              <a:t>中提及</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如右图</a:t>
            </a:r>
            <a:r>
              <a:rPr lang="en-US" altLang="zh-CN" sz="1100" dirty="0">
                <a:solidFill>
                  <a:srgbClr val="2400B0"/>
                </a:solidFill>
                <a:latin typeface="Microsoft YaHei" panose="020B0503020204020204" pitchFamily="34" charset="-122"/>
                <a:ea typeface="Microsoft YaHei" panose="020B0503020204020204" pitchFamily="34" charset="-122"/>
              </a:rPr>
              <a:t>)</a:t>
            </a:r>
            <a:r>
              <a:rPr lang="zh-CN" altLang="en-US" sz="1100" dirty="0">
                <a:solidFill>
                  <a:srgbClr val="2400B0"/>
                </a:solidFill>
                <a:latin typeface="Microsoft YaHei" panose="020B0503020204020204" pitchFamily="34" charset="-122"/>
                <a:ea typeface="Microsoft YaHei" panose="020B0503020204020204" pitchFamily="34" charset="-122"/>
              </a:rPr>
              <a:t>。</a:t>
            </a:r>
            <a:endParaRPr lang="en-US" altLang="zh-CN" sz="1100" dirty="0">
              <a:solidFill>
                <a:srgbClr val="2400B0"/>
              </a:solidFill>
              <a:latin typeface="Microsoft YaHei" panose="020B0503020204020204" pitchFamily="34" charset="-122"/>
              <a:ea typeface="Microsoft YaHei" panose="020B0503020204020204" pitchFamily="34" charset="-122"/>
            </a:endParaRPr>
          </a:p>
          <a:p>
            <a:pPr marL="271463" lvl="1" indent="-271463">
              <a:buClr>
                <a:schemeClr val="accent4"/>
              </a:buClr>
              <a:buFont typeface="Meiryo UI" panose="020B0604030504040204" pitchFamily="50" charset="-128"/>
              <a:buChar char="◎"/>
            </a:pPr>
            <a:r>
              <a:rPr lang="zh-CN" altLang="en-US" sz="1600" dirty="0">
                <a:solidFill>
                  <a:srgbClr val="2400B0"/>
                </a:solidFill>
                <a:latin typeface="Microsoft YaHei" panose="020B0503020204020204" pitchFamily="34" charset="-122"/>
                <a:ea typeface="Microsoft YaHei" panose="020B0503020204020204" pitchFamily="34" charset="-122"/>
              </a:rPr>
              <a:t>联系</a:t>
            </a:r>
            <a:endParaRPr lang="en-US" altLang="zh-CN" sz="1600" dirty="0">
              <a:solidFill>
                <a:srgbClr val="2400B0"/>
              </a:solidFill>
              <a:latin typeface="Microsoft YaHei" panose="020B0503020204020204" pitchFamily="34" charset="-122"/>
              <a:ea typeface="Microsoft YaHei" panose="020B0503020204020204" pitchFamily="34" charset="-122"/>
            </a:endParaRPr>
          </a:p>
          <a:p>
            <a:pPr marL="0" indent="0">
              <a:buNone/>
            </a:pPr>
            <a:r>
              <a:rPr lang="en-US" altLang="zh-CN" sz="1100" dirty="0">
                <a:solidFill>
                  <a:srgbClr val="2400B0"/>
                </a:solidFill>
                <a:latin typeface="Microsoft YaHei" panose="020B0503020204020204" pitchFamily="34" charset="-122"/>
                <a:ea typeface="Microsoft YaHei" panose="020B0503020204020204" pitchFamily="34" charset="-122"/>
              </a:rPr>
              <a:t>    </a:t>
            </a:r>
            <a:r>
              <a:rPr lang="zh-CN" altLang="en-US" sz="1100" dirty="0">
                <a:solidFill>
                  <a:srgbClr val="2400B0"/>
                </a:solidFill>
                <a:latin typeface="Microsoft YaHei" panose="020B0503020204020204" pitchFamily="34" charset="-122"/>
                <a:ea typeface="Microsoft YaHei" panose="020B0503020204020204" pitchFamily="34" charset="-122"/>
              </a:rPr>
              <a:t>都从</a:t>
            </a:r>
            <a:r>
              <a:rPr lang="en-US" altLang="zh-CN" sz="1100" dirty="0">
                <a:solidFill>
                  <a:srgbClr val="2400B0"/>
                </a:solidFill>
                <a:latin typeface="Microsoft YaHei" panose="020B0503020204020204" pitchFamily="34" charset="-122"/>
                <a:ea typeface="Microsoft YaHei" panose="020B0503020204020204" pitchFamily="34" charset="-122"/>
              </a:rPr>
              <a:t>15504</a:t>
            </a:r>
            <a:r>
              <a:rPr lang="zh-CN" altLang="en-US" sz="1100" dirty="0">
                <a:solidFill>
                  <a:srgbClr val="2400B0"/>
                </a:solidFill>
                <a:latin typeface="Microsoft YaHei" panose="020B0503020204020204" pitchFamily="34" charset="-122"/>
                <a:ea typeface="Microsoft YaHei" panose="020B0503020204020204" pitchFamily="34" charset="-122"/>
              </a:rPr>
              <a:t>标准发展而来，都可以进行评估和流程改进。</a:t>
            </a:r>
            <a:endParaRPr lang="en-US" altLang="zh-CN" sz="1100" dirty="0">
              <a:solidFill>
                <a:srgbClr val="2400B0"/>
              </a:solidFill>
              <a:latin typeface="Microsoft YaHei" panose="020B0503020204020204" pitchFamily="34" charset="-122"/>
              <a:ea typeface="Microsoft YaHei" panose="020B0503020204020204" pitchFamily="34" charset="-122"/>
            </a:endParaRPr>
          </a:p>
          <a:p>
            <a:r>
              <a:rPr lang="zh-CN" altLang="en-US" sz="1600" dirty="0">
                <a:solidFill>
                  <a:srgbClr val="2400B0"/>
                </a:solidFill>
                <a:latin typeface="Microsoft YaHei" panose="020B0503020204020204" pitchFamily="34" charset="-122"/>
                <a:ea typeface="Microsoft YaHei" panose="020B0503020204020204" pitchFamily="34" charset="-122"/>
              </a:rPr>
              <a:t>二者的映射关系</a:t>
            </a:r>
            <a:endParaRPr lang="en-US" altLang="zh-CN" sz="16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zh-CN" sz="1600" dirty="0">
              <a:solidFill>
                <a:srgbClr val="2400B0"/>
              </a:solidFill>
              <a:latin typeface="Microsoft YaHei" panose="020B0503020204020204" pitchFamily="34" charset="-122"/>
              <a:ea typeface="Microsoft YaHei" panose="020B0503020204020204" pitchFamily="34" charset="-122"/>
            </a:endParaRPr>
          </a:p>
          <a:p>
            <a:pPr marL="0" indent="0">
              <a:buNone/>
            </a:pPr>
            <a:endParaRPr lang="en-US" altLang="ja-JP" dirty="0">
              <a:latin typeface="Microsoft YaHei" panose="020B0503020204020204" pitchFamily="34" charset="-122"/>
              <a:ea typeface="Microsoft YaHei" panose="020B0503020204020204" pitchFamily="34" charset="-122"/>
            </a:endParaRPr>
          </a:p>
          <a:p>
            <a:pPr marL="0" indent="0">
              <a:buNone/>
            </a:pPr>
            <a:endParaRPr lang="en-US" altLang="ja-JP" dirty="0">
              <a:solidFill>
                <a:srgbClr val="2400B0"/>
              </a:solidFill>
              <a:latin typeface="Microsoft YaHei" panose="020B0503020204020204" pitchFamily="34" charset="-122"/>
              <a:ea typeface="Microsoft YaHei" panose="020B0503020204020204" pitchFamily="34" charset="-122"/>
            </a:endParaRPr>
          </a:p>
          <a:p>
            <a:pPr marL="0" indent="0">
              <a:buNone/>
            </a:pPr>
            <a:endParaRPr lang="ja-JP" altLang="en-US" dirty="0">
              <a:latin typeface="Microsoft YaHei" panose="020B0503020204020204" pitchFamily="34" charset="-122"/>
              <a:ea typeface="Microsoft YaHei" panose="020B0503020204020204" pitchFamily="34" charset="-122"/>
            </a:endParaRPr>
          </a:p>
        </p:txBody>
      </p:sp>
      <p:sp>
        <p:nvSpPr>
          <p:cNvPr id="5" name="正方形/長方形 4">
            <a:extLst>
              <a:ext uri="{FF2B5EF4-FFF2-40B4-BE49-F238E27FC236}">
                <a16:creationId xmlns:a16="http://schemas.microsoft.com/office/drawing/2014/main" id="{4D315288-6B5D-F9A2-0263-BB61933F3191}"/>
              </a:ext>
            </a:extLst>
          </p:cNvPr>
          <p:cNvSpPr/>
          <p:nvPr/>
        </p:nvSpPr>
        <p:spPr>
          <a:xfrm>
            <a:off x="226800" y="4631223"/>
            <a:ext cx="2631400" cy="18353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kumimoji="1" lang="zh-CN" altLang="en-US" sz="800" dirty="0">
                <a:solidFill>
                  <a:schemeClr val="tx1"/>
                </a:solidFill>
                <a:latin typeface="Microsoft YaHei" panose="020B0503020204020204" pitchFamily="34" charset="-122"/>
                <a:ea typeface="Microsoft YaHei" panose="020B0503020204020204" pitchFamily="34" charset="-122"/>
              </a:rPr>
              <a:t>详细参照：</a:t>
            </a:r>
            <a:r>
              <a:rPr kumimoji="1" lang="en-US" altLang="zh-CN" sz="800" dirty="0">
                <a:solidFill>
                  <a:schemeClr val="tx1"/>
                </a:solidFill>
                <a:latin typeface="Microsoft YaHei" panose="020B0503020204020204" pitchFamily="34" charset="-122"/>
                <a:ea typeface="Microsoft YaHei" panose="020B0503020204020204" pitchFamily="34" charset="-122"/>
                <a:hlinkClick r:id="rId3" action="ppaction://hlinkfile"/>
              </a:rPr>
              <a:t>ASPICE4.0</a:t>
            </a:r>
            <a:r>
              <a:rPr kumimoji="1" lang="zh-CN" altLang="en-US" sz="800" dirty="0">
                <a:solidFill>
                  <a:schemeClr val="tx1"/>
                </a:solidFill>
                <a:latin typeface="Microsoft YaHei" panose="020B0503020204020204" pitchFamily="34" charset="-122"/>
                <a:ea typeface="Microsoft YaHei" panose="020B0503020204020204" pitchFamily="34" charset="-122"/>
                <a:hlinkClick r:id="rId3" action="ppaction://hlinkfile"/>
              </a:rPr>
              <a:t>和</a:t>
            </a:r>
            <a:r>
              <a:rPr kumimoji="1" lang="en-US" altLang="zh-CN" sz="800" dirty="0">
                <a:solidFill>
                  <a:schemeClr val="tx1"/>
                </a:solidFill>
                <a:latin typeface="Microsoft YaHei" panose="020B0503020204020204" pitchFamily="34" charset="-122"/>
                <a:ea typeface="Microsoft YaHei" panose="020B0503020204020204" pitchFamily="34" charset="-122"/>
                <a:hlinkClick r:id="rId3" action="ppaction://hlinkfile"/>
              </a:rPr>
              <a:t>CMMI2.0</a:t>
            </a:r>
            <a:r>
              <a:rPr kumimoji="1" lang="zh-CN" altLang="en-US" sz="800" dirty="0">
                <a:solidFill>
                  <a:schemeClr val="tx1"/>
                </a:solidFill>
                <a:latin typeface="Microsoft YaHei" panose="020B0503020204020204" pitchFamily="34" charset="-122"/>
                <a:ea typeface="Microsoft YaHei" panose="020B0503020204020204" pitchFamily="34" charset="-122"/>
                <a:hlinkClick r:id="rId3" action="ppaction://hlinkfile"/>
              </a:rPr>
              <a:t>的对照关系</a:t>
            </a:r>
            <a:r>
              <a:rPr kumimoji="1" lang="en-US" altLang="zh-CN" sz="800" dirty="0">
                <a:solidFill>
                  <a:schemeClr val="tx1"/>
                </a:solidFill>
                <a:latin typeface="Microsoft YaHei" panose="020B0503020204020204" pitchFamily="34" charset="-122"/>
                <a:ea typeface="Microsoft YaHei" panose="020B0503020204020204" pitchFamily="34" charset="-122"/>
                <a:hlinkClick r:id="rId3" action="ppaction://hlinkfile"/>
              </a:rPr>
              <a:t>.xlsx</a:t>
            </a:r>
            <a:endParaRPr kumimoji="1" lang="ja-JP" altLang="en-US" sz="800" dirty="0" err="1">
              <a:solidFill>
                <a:schemeClr val="tx1"/>
              </a:solidFill>
              <a:latin typeface="Microsoft YaHei" panose="020B0503020204020204" pitchFamily="34" charset="-122"/>
              <a:ea typeface="Microsoft YaHei" panose="020B0503020204020204" pitchFamily="34" charset="-122"/>
            </a:endParaRPr>
          </a:p>
        </p:txBody>
      </p:sp>
      <p:pic>
        <p:nvPicPr>
          <p:cNvPr id="7" name="図 6" descr="テキスト が含まれている画像&#10;&#10;AI 生成コンテンツは誤りを含む可能性があります。">
            <a:extLst>
              <a:ext uri="{FF2B5EF4-FFF2-40B4-BE49-F238E27FC236}">
                <a16:creationId xmlns:a16="http://schemas.microsoft.com/office/drawing/2014/main" id="{BF4C16DE-2D8D-CEEB-158A-7AEE34FC86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6597" y="802163"/>
            <a:ext cx="2929110" cy="2855438"/>
          </a:xfrm>
          <a:prstGeom prst="rect">
            <a:avLst/>
          </a:prstGeom>
        </p:spPr>
      </p:pic>
      <p:pic>
        <p:nvPicPr>
          <p:cNvPr id="9" name="図 8" descr="テキスト&#10;&#10;AI 生成コンテンツは誤りを含む可能性があります。">
            <a:extLst>
              <a:ext uri="{FF2B5EF4-FFF2-40B4-BE49-F238E27FC236}">
                <a16:creationId xmlns:a16="http://schemas.microsoft.com/office/drawing/2014/main" id="{5E5FABD9-A593-8036-EFA6-D84025192F9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34439" y="3792212"/>
            <a:ext cx="2631400" cy="1022547"/>
          </a:xfrm>
          <a:prstGeom prst="rect">
            <a:avLst/>
          </a:prstGeom>
        </p:spPr>
      </p:pic>
    </p:spTree>
    <p:extLst>
      <p:ext uri="{BB962C8B-B14F-4D97-AF65-F5344CB8AC3E}">
        <p14:creationId xmlns:p14="http://schemas.microsoft.com/office/powerpoint/2010/main" val="38437228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8991EE8C-A112-75EC-F74E-C358A225FB8E}"/>
              </a:ext>
            </a:extLst>
          </p:cNvPr>
          <p:cNvSpPr>
            <a:spLocks noGrp="1"/>
          </p:cNvSpPr>
          <p:nvPr>
            <p:ph type="ftr" sz="quarter" idx="11"/>
          </p:nvPr>
        </p:nvSpPr>
        <p:spPr/>
        <p:txBody>
          <a:bodyPr/>
          <a:lstStyle/>
          <a:p>
            <a:r>
              <a:rPr lang="en-US" altLang="ja-JP" dirty="0">
                <a:ea typeface="Tahoma" panose="020B0604030504040204" pitchFamily="34" charset="0"/>
              </a:rPr>
              <a:t>© 2025 FNST</a:t>
            </a:r>
            <a:endParaRPr lang="de-DE" altLang="ja-JP" dirty="0">
              <a:ea typeface="Tahoma" panose="020B0604030504040204" pitchFamily="34" charset="0"/>
            </a:endParaRPr>
          </a:p>
        </p:txBody>
      </p:sp>
    </p:spTree>
    <p:extLst>
      <p:ext uri="{BB962C8B-B14F-4D97-AF65-F5344CB8AC3E}">
        <p14:creationId xmlns:p14="http://schemas.microsoft.com/office/powerpoint/2010/main" val="1377440524"/>
      </p:ext>
    </p:extLst>
  </p:cSld>
  <p:clrMapOvr>
    <a:masterClrMapping/>
  </p:clrMapOvr>
</p:sld>
</file>

<file path=ppt/theme/theme1.xml><?xml version="1.0" encoding="utf-8"?>
<a:theme xmlns:a="http://schemas.openxmlformats.org/drawingml/2006/main" name="F_Tool_T2_01_JP_B">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sz="12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_Tool_T2_01_JP_R">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_Tool_T2_01_JP_O">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F_Tool_T2_01_JP_E">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F_Tool_T2_01_JP_Y">
  <a:themeElements>
    <a:clrScheme name="F_Tool">
      <a:dk1>
        <a:srgbClr val="000000"/>
      </a:dk1>
      <a:lt1>
        <a:sysClr val="window" lastClr="FFFFFF"/>
      </a:lt1>
      <a:dk2>
        <a:srgbClr val="000000"/>
      </a:dk2>
      <a:lt2>
        <a:srgbClr val="FFFFFF"/>
      </a:lt2>
      <a:accent1>
        <a:srgbClr val="EA0000"/>
      </a:accent1>
      <a:accent2>
        <a:srgbClr val="FF8000"/>
      </a:accent2>
      <a:accent3>
        <a:srgbClr val="D80084"/>
      </a:accent3>
      <a:accent4>
        <a:srgbClr val="2400B0"/>
      </a:accent4>
      <a:accent5>
        <a:srgbClr val="61D600"/>
      </a:accent5>
      <a:accent6>
        <a:srgbClr val="008224"/>
      </a:accent6>
      <a:hlink>
        <a:srgbClr val="0563C1"/>
      </a:hlink>
      <a:folHlink>
        <a:srgbClr val="954F72"/>
      </a:folHlink>
    </a:clrScheme>
    <a:fontScheme name="F_Tool_JP">
      <a:majorFont>
        <a:latin typeface="メイリオ"/>
        <a:ea typeface="メイリオ"/>
        <a:cs typeface=""/>
      </a:majorFont>
      <a:minorFont>
        <a:latin typeface="メイリオ"/>
        <a:ea typeface="メイリオ"/>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solidFill>
            <a:schemeClr val="bg1">
              <a:lumMod val="75000"/>
            </a:schemeClr>
          </a:solidFill>
        </a:ln>
      </a:spPr>
      <a:bodyPr rtlCol="0" anchor="ctr"/>
      <a:lstStyle>
        <a:defPPr algn="ctr">
          <a:defRPr kumimoji="1"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kumimoji="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F_Tool_8_EN">
      <a:dk1>
        <a:srgbClr val="000000"/>
      </a:dk1>
      <a:lt1>
        <a:sysClr val="window" lastClr="FFFFFF"/>
      </a:lt1>
      <a:dk2>
        <a:srgbClr val="D51C89"/>
      </a:dk2>
      <a:lt2>
        <a:srgbClr val="E60000"/>
      </a:lt2>
      <a:accent1>
        <a:srgbClr val="1813B1"/>
      </a:accent1>
      <a:accent2>
        <a:srgbClr val="00ECF4"/>
      </a:accent2>
      <a:accent3>
        <a:srgbClr val="75D700"/>
      </a:accent3>
      <a:accent4>
        <a:srgbClr val="00812F"/>
      </a:accent4>
      <a:accent5>
        <a:srgbClr val="FFE800"/>
      </a:accent5>
      <a:accent6>
        <a:srgbClr val="FF8100"/>
      </a:accent6>
      <a:hlink>
        <a:srgbClr val="0563C1"/>
      </a:hlink>
      <a:folHlink>
        <a:srgbClr val="954F72"/>
      </a:folHlink>
    </a:clrScheme>
    <a:fontScheme name="F_Tool_8_EN">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579814c9-5d22-476d-a284-c27c5593a35f">
      <UserInfo>
        <DisplayName>Chen, Dandan/陈 丹丹</DisplayName>
        <AccountId>19</AccountId>
        <AccountType/>
      </UserInfo>
      <UserInfo>
        <DisplayName>Pan, Jie/潘 捷</DisplayName>
        <AccountId>23</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0ABC24801084242BB4B842D0AAF1696" ma:contentTypeVersion="6" ma:contentTypeDescription="Create a new document." ma:contentTypeScope="" ma:versionID="34ed3d75bc07357a4e5601eaf58de979">
  <xsd:schema xmlns:xsd="http://www.w3.org/2001/XMLSchema" xmlns:xs="http://www.w3.org/2001/XMLSchema" xmlns:p="http://schemas.microsoft.com/office/2006/metadata/properties" xmlns:ns2="7f4deb04-7605-4dad-a9d9-239ef2551622" xmlns:ns3="579814c9-5d22-476d-a284-c27c5593a35f" targetNamespace="http://schemas.microsoft.com/office/2006/metadata/properties" ma:root="true" ma:fieldsID="535fed6b06304e194de97c477d9d4e93" ns2:_="" ns3:_="">
    <xsd:import namespace="7f4deb04-7605-4dad-a9d9-239ef2551622"/>
    <xsd:import namespace="579814c9-5d22-476d-a284-c27c5593a35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4deb04-7605-4dad-a9d9-239ef25516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79814c9-5d22-476d-a284-c27c5593a35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C04D760-8F40-4BDE-B8D9-C3EDB4931AC5}">
  <ds:schemaRefs>
    <ds:schemaRef ds:uri="http://schemas.microsoft.com/office/2006/metadata/properties"/>
    <ds:schemaRef ds:uri="http://purl.org/dc/elements/1.1/"/>
    <ds:schemaRef ds:uri="579814c9-5d22-476d-a284-c27c5593a35f"/>
    <ds:schemaRef ds:uri="http://schemas.openxmlformats.org/package/2006/metadata/core-properties"/>
    <ds:schemaRef ds:uri="7f4deb04-7605-4dad-a9d9-239ef2551622"/>
    <ds:schemaRef ds:uri="http://schemas.microsoft.com/office/2006/documentManagement/types"/>
    <ds:schemaRef ds:uri="http://schemas.microsoft.com/office/infopath/2007/PartnerControls"/>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8D197CE3-1AD2-4B66-9E67-C6F7C5B7BAD4}">
  <ds:schemaRefs>
    <ds:schemaRef ds:uri="http://schemas.microsoft.com/sharepoint/v3/contenttype/forms"/>
  </ds:schemaRefs>
</ds:datastoreItem>
</file>

<file path=customXml/itemProps3.xml><?xml version="1.0" encoding="utf-8"?>
<ds:datastoreItem xmlns:ds="http://schemas.openxmlformats.org/officeDocument/2006/customXml" ds:itemID="{4666F50A-CBEB-4F01-B839-48D75C3357C8}">
  <ds:schemaRefs>
    <ds:schemaRef ds:uri="579814c9-5d22-476d-a284-c27c5593a35f"/>
    <ds:schemaRef ds:uri="7f4deb04-7605-4dad-a9d9-239ef255162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36362</TotalTime>
  <Words>8199</Words>
  <Application>Microsoft Office PowerPoint</Application>
  <PresentationFormat>画面に合わせる (16:9)</PresentationFormat>
  <Paragraphs>925</Paragraphs>
  <Slides>49</Slides>
  <Notes>42</Notes>
  <HiddenSlides>0</HiddenSlides>
  <MMClips>0</MMClips>
  <ScaleCrop>false</ScaleCrop>
  <HeadingPairs>
    <vt:vector size="6" baseType="variant">
      <vt:variant>
        <vt:lpstr>使用されているフォント</vt:lpstr>
      </vt:variant>
      <vt:variant>
        <vt:i4>7</vt:i4>
      </vt:variant>
      <vt:variant>
        <vt:lpstr>テーマ</vt:lpstr>
      </vt:variant>
      <vt:variant>
        <vt:i4>5</vt:i4>
      </vt:variant>
      <vt:variant>
        <vt:lpstr>スライド タイトル</vt:lpstr>
      </vt:variant>
      <vt:variant>
        <vt:i4>49</vt:i4>
      </vt:variant>
    </vt:vector>
  </HeadingPairs>
  <TitlesOfParts>
    <vt:vector size="61" baseType="lpstr">
      <vt:lpstr>Meiryo UI</vt:lpstr>
      <vt:lpstr>Microsoft YaHei</vt:lpstr>
      <vt:lpstr>Microsoft YaHei</vt:lpstr>
      <vt:lpstr>メイリオ</vt:lpstr>
      <vt:lpstr>Arial</vt:lpstr>
      <vt:lpstr>Tahoma</vt:lpstr>
      <vt:lpstr>Wingdings</vt:lpstr>
      <vt:lpstr>F_Tool_T2_01_JP_B</vt:lpstr>
      <vt:lpstr>F_Tool_T2_01_JP_R</vt:lpstr>
      <vt:lpstr>F_Tool_T2_01_JP_O</vt:lpstr>
      <vt:lpstr>F_Tool_T2_01_JP_E</vt:lpstr>
      <vt:lpstr>F_Tool_T2_01_JP_Y</vt:lpstr>
      <vt:lpstr>ASPICE入门                         </vt:lpstr>
      <vt:lpstr>目录</vt:lpstr>
      <vt:lpstr>为什么要了解ASPICE</vt:lpstr>
      <vt:lpstr>ASPICE是什么？</vt:lpstr>
      <vt:lpstr>ASPICE是什么</vt:lpstr>
      <vt:lpstr>ASPICE是什么</vt:lpstr>
      <vt:lpstr>ASPICE是什么</vt:lpstr>
      <vt:lpstr>ASPICE是什么</vt:lpstr>
      <vt:lpstr>ASPICE是什么</vt:lpstr>
      <vt:lpstr>ASPICE是什么</vt:lpstr>
      <vt:lpstr>ASPICE是什么</vt:lpstr>
      <vt:lpstr>ASPICE 过程等级及其在FNST中的运用</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CL1级(PA1.1)过程</vt:lpstr>
      <vt:lpstr>CL2(PA2.1、PA2.2)过程</vt:lpstr>
      <vt:lpstr>CL2(PA2.1、PA2.2)过程</vt:lpstr>
      <vt:lpstr>CL2(PA2.1、PA2.2)过程</vt:lpstr>
      <vt:lpstr>CL2(PA2.1、PA2.2)过程</vt:lpstr>
      <vt:lpstr>CL2(PA2.1、PA2.2)过程</vt:lpstr>
      <vt:lpstr>CL3(PA3.1、PA3.2)过程</vt:lpstr>
      <vt:lpstr>CL3(PA3.1、PA3.2)过程</vt:lpstr>
      <vt:lpstr>CL3(PA3.1、PA3.2)过程</vt:lpstr>
      <vt:lpstr>总结</vt:lpstr>
      <vt:lpstr>ASPICE评估简介</vt:lpstr>
      <vt:lpstr>评估简介</vt:lpstr>
      <vt:lpstr>评估简介</vt:lpstr>
      <vt:lpstr>评估简介</vt:lpstr>
      <vt:lpstr>评估简介</vt:lpstr>
      <vt:lpstr>ASPICE与CMMI的区别</vt:lpstr>
      <vt:lpstr>ASPICE与CMMI的区别与联系</vt:lpstr>
      <vt:lpstr>PowerPoint プレゼンテーション</vt:lpstr>
    </vt:vector>
  </TitlesOfParts>
  <Company>富士通株式会社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Tsuchiya, Yumi/土屋 由美</dc:creator>
  <cp:lastModifiedBy>Qin, Fangling/覃 芳玲</cp:lastModifiedBy>
  <cp:revision>568</cp:revision>
  <cp:lastPrinted>2024-06-06T08:28:00Z</cp:lastPrinted>
  <dcterms:created xsi:type="dcterms:W3CDTF">2021-07-25T02:06:17Z</dcterms:created>
  <dcterms:modified xsi:type="dcterms:W3CDTF">2025-09-02T02:32:04Z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7295cc1-d279-42ac-ab4d-3b0f4fece050_Enabled">
    <vt:lpwstr>true</vt:lpwstr>
  </property>
  <property fmtid="{D5CDD505-2E9C-101B-9397-08002B2CF9AE}" pid="3" name="MSIP_Label_a7295cc1-d279-42ac-ab4d-3b0f4fece050_SetDate">
    <vt:lpwstr>2021-07-25T02:06:17Z</vt:lpwstr>
  </property>
  <property fmtid="{D5CDD505-2E9C-101B-9397-08002B2CF9AE}" pid="4" name="MSIP_Label_a7295cc1-d279-42ac-ab4d-3b0f4fece050_Method">
    <vt:lpwstr>Standard</vt:lpwstr>
  </property>
  <property fmtid="{D5CDD505-2E9C-101B-9397-08002B2CF9AE}" pid="5" name="MSIP_Label_a7295cc1-d279-42ac-ab4d-3b0f4fece050_Name">
    <vt:lpwstr>FUJITSU-RESTRICTED​</vt:lpwstr>
  </property>
  <property fmtid="{D5CDD505-2E9C-101B-9397-08002B2CF9AE}" pid="6" name="MSIP_Label_a7295cc1-d279-42ac-ab4d-3b0f4fece050_SiteId">
    <vt:lpwstr>a19f121d-81e1-4858-a9d8-736e267fd4c7</vt:lpwstr>
  </property>
  <property fmtid="{D5CDD505-2E9C-101B-9397-08002B2CF9AE}" pid="7" name="MSIP_Label_a7295cc1-d279-42ac-ab4d-3b0f4fece050_ActionId">
    <vt:lpwstr>99f6c533-5ccc-48d3-bb6c-b089d8fb28cf</vt:lpwstr>
  </property>
  <property fmtid="{D5CDD505-2E9C-101B-9397-08002B2CF9AE}" pid="8" name="MSIP_Label_a7295cc1-d279-42ac-ab4d-3b0f4fece050_ContentBits">
    <vt:lpwstr>0</vt:lpwstr>
  </property>
  <property fmtid="{D5CDD505-2E9C-101B-9397-08002B2CF9AE}" pid="9" name="ContentTypeId">
    <vt:lpwstr>0x010100B0ABC24801084242BB4B842D0AAF1696</vt:lpwstr>
  </property>
</Properties>
</file>